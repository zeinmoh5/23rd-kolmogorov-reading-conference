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24"/>
  </p:notesMasterIdLst>
  <p:sldIdLst>
    <p:sldId id="304" r:id="rId2"/>
    <p:sldId id="257" r:id="rId3"/>
    <p:sldId id="284" r:id="rId4"/>
    <p:sldId id="259" r:id="rId5"/>
    <p:sldId id="260" r:id="rId6"/>
    <p:sldId id="286" r:id="rId7"/>
    <p:sldId id="288" r:id="rId8"/>
    <p:sldId id="272" r:id="rId9"/>
    <p:sldId id="296" r:id="rId10"/>
    <p:sldId id="297" r:id="rId11"/>
    <p:sldId id="298" r:id="rId12"/>
    <p:sldId id="299" r:id="rId13"/>
    <p:sldId id="295" r:id="rId14"/>
    <p:sldId id="290" r:id="rId15"/>
    <p:sldId id="293" r:id="rId16"/>
    <p:sldId id="294" r:id="rId17"/>
    <p:sldId id="300" r:id="rId18"/>
    <p:sldId id="301" r:id="rId19"/>
    <p:sldId id="302" r:id="rId20"/>
    <p:sldId id="303" r:id="rId21"/>
    <p:sldId id="305" r:id="rId22"/>
    <p:sldId id="279" r:id="rId2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Dosis" pitchFamily="2" charset="0"/>
      <p:regular r:id="rId29"/>
      <p:bold r:id="rId30"/>
    </p:embeddedFont>
    <p:embeddedFont>
      <p:font typeface="Sniglet" panose="020B060402020202020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wner" initials="o" lastIdx="0" clrIdx="0">
    <p:extLst>
      <p:ext uri="{19B8F6BF-5375-455C-9EA6-DF929625EA0E}">
        <p15:presenceInfo xmlns:p15="http://schemas.microsoft.com/office/powerpoint/2012/main" userId="own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FEC9F8-A098-42B7-9F13-54587A517E41}">
  <a:tblStyle styleId="{9DFEC9F8-A098-42B7-9F13-54587A517E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Shape 5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Shape 5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5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Shape 5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903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5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Shape 5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Shape 5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6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Shape 6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529930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Shape 6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Shape 7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9pPr>
          </a:lstStyle>
          <a:p>
            <a:endParaRPr/>
          </a:p>
        </p:txBody>
      </p:sp>
      <p:sp>
        <p:nvSpPr>
          <p:cNvPr id="193" name="Shape 193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600"/>
              <a:buNone/>
              <a:defRPr>
                <a:solidFill>
                  <a:srgbClr val="1C4587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194" name="Shape 194"/>
          <p:cNvSpPr/>
          <p:nvPr/>
        </p:nvSpPr>
        <p:spPr>
          <a:xfrm>
            <a:off x="4412080" y="4661638"/>
            <a:ext cx="450550" cy="558734"/>
          </a:xfrm>
          <a:custGeom>
            <a:avLst/>
            <a:gdLst/>
            <a:ahLst/>
            <a:cxnLst/>
            <a:rect l="0" t="0" r="0" b="0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5" name="Shape 195"/>
          <p:cNvSpPr/>
          <p:nvPr/>
        </p:nvSpPr>
        <p:spPr>
          <a:xfrm>
            <a:off x="3968826" y="4000288"/>
            <a:ext cx="443260" cy="504670"/>
          </a:xfrm>
          <a:custGeom>
            <a:avLst/>
            <a:gdLst/>
            <a:ahLst/>
            <a:cxnLst/>
            <a:rect l="0" t="0" r="0" b="0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6" name="Shape 196"/>
          <p:cNvSpPr/>
          <p:nvPr/>
        </p:nvSpPr>
        <p:spPr>
          <a:xfrm>
            <a:off x="6283364" y="4209515"/>
            <a:ext cx="210213" cy="458889"/>
          </a:xfrm>
          <a:custGeom>
            <a:avLst/>
            <a:gdLst/>
            <a:ahLst/>
            <a:cxnLst/>
            <a:rect l="0" t="0" r="0" b="0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5746560" y="4042836"/>
            <a:ext cx="414157" cy="507762"/>
          </a:xfrm>
          <a:custGeom>
            <a:avLst/>
            <a:gdLst/>
            <a:ahLst/>
            <a:cxnLst/>
            <a:rect l="0" t="0" r="0" b="0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8" name="Shape 198"/>
          <p:cNvSpPr/>
          <p:nvPr/>
        </p:nvSpPr>
        <p:spPr>
          <a:xfrm>
            <a:off x="7063610" y="4132028"/>
            <a:ext cx="456818" cy="425588"/>
          </a:xfrm>
          <a:custGeom>
            <a:avLst/>
            <a:gdLst/>
            <a:ahLst/>
            <a:cxnLst/>
            <a:rect l="0" t="0" r="0" b="0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9" name="Shape 199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0" t="0" r="0" b="0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0" name="Shape 200"/>
          <p:cNvSpPr/>
          <p:nvPr/>
        </p:nvSpPr>
        <p:spPr>
          <a:xfrm>
            <a:off x="6581517" y="4041241"/>
            <a:ext cx="372518" cy="384998"/>
          </a:xfrm>
          <a:custGeom>
            <a:avLst/>
            <a:gdLst/>
            <a:ahLst/>
            <a:cxnLst/>
            <a:rect l="0" t="0" r="0" b="0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1" name="Shape 201"/>
          <p:cNvSpPr/>
          <p:nvPr/>
        </p:nvSpPr>
        <p:spPr>
          <a:xfrm>
            <a:off x="6507132" y="4533962"/>
            <a:ext cx="521292" cy="538992"/>
          </a:xfrm>
          <a:custGeom>
            <a:avLst/>
            <a:gdLst/>
            <a:ahLst/>
            <a:cxnLst/>
            <a:rect l="0" t="0" r="0" b="0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2" name="Shape 202"/>
          <p:cNvSpPr/>
          <p:nvPr/>
        </p:nvSpPr>
        <p:spPr>
          <a:xfrm>
            <a:off x="5501054" y="4557600"/>
            <a:ext cx="504670" cy="400627"/>
          </a:xfrm>
          <a:custGeom>
            <a:avLst/>
            <a:gdLst/>
            <a:ahLst/>
            <a:cxnLst/>
            <a:rect l="0" t="0" r="0" b="0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5201567" y="4075599"/>
            <a:ext cx="470320" cy="442210"/>
          </a:xfrm>
          <a:custGeom>
            <a:avLst/>
            <a:gdLst/>
            <a:ahLst/>
            <a:cxnLst/>
            <a:rect l="0" t="0" r="0" b="0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4765584" y="4075593"/>
            <a:ext cx="339602" cy="400617"/>
          </a:xfrm>
          <a:custGeom>
            <a:avLst/>
            <a:gdLst/>
            <a:ahLst/>
            <a:cxnLst/>
            <a:rect l="0" t="0" r="0" b="0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5521858" y="4998019"/>
            <a:ext cx="463059" cy="177962"/>
          </a:xfrm>
          <a:custGeom>
            <a:avLst/>
            <a:gdLst/>
            <a:ahLst/>
            <a:cxnLst/>
            <a:rect l="0" t="0" r="0" b="0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0" t="0" r="0" b="0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7" name="Shape 207"/>
          <p:cNvSpPr/>
          <p:nvPr/>
        </p:nvSpPr>
        <p:spPr>
          <a:xfrm>
            <a:off x="8052577" y="4029277"/>
            <a:ext cx="388118" cy="408938"/>
          </a:xfrm>
          <a:custGeom>
            <a:avLst/>
            <a:gdLst/>
            <a:ahLst/>
            <a:cxnLst/>
            <a:rect l="0" t="0" r="0" b="0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8" name="Shape 208"/>
          <p:cNvSpPr/>
          <p:nvPr/>
        </p:nvSpPr>
        <p:spPr>
          <a:xfrm>
            <a:off x="6984573" y="4950383"/>
            <a:ext cx="297606" cy="211234"/>
          </a:xfrm>
          <a:custGeom>
            <a:avLst/>
            <a:gdLst/>
            <a:ahLst/>
            <a:cxnLst/>
            <a:rect l="0" t="0" r="0" b="0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9" name="Shape 209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0" t="0" r="0" b="0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6160715" y="4780234"/>
            <a:ext cx="323616" cy="321546"/>
          </a:xfrm>
          <a:custGeom>
            <a:avLst/>
            <a:gdLst/>
            <a:ahLst/>
            <a:cxnLst/>
            <a:rect l="0" t="0" r="0" b="0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1" name="Shape 211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0" t="0" r="0" b="0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2" name="Shape 212"/>
          <p:cNvSpPr/>
          <p:nvPr/>
        </p:nvSpPr>
        <p:spPr>
          <a:xfrm>
            <a:off x="4892224" y="4552927"/>
            <a:ext cx="416228" cy="409988"/>
          </a:xfrm>
          <a:custGeom>
            <a:avLst/>
            <a:gdLst/>
            <a:ahLst/>
            <a:cxnLst/>
            <a:rect l="0" t="0" r="0" b="0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0" t="0" r="0" b="0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4" name="Shape 214"/>
          <p:cNvSpPr/>
          <p:nvPr/>
        </p:nvSpPr>
        <p:spPr>
          <a:xfrm>
            <a:off x="4489179" y="4206693"/>
            <a:ext cx="180033" cy="373539"/>
          </a:xfrm>
          <a:custGeom>
            <a:avLst/>
            <a:gdLst/>
            <a:ahLst/>
            <a:cxnLst/>
            <a:rect l="0" t="0" r="0" b="0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 rot="1920548">
            <a:off x="7236726" y="4658174"/>
            <a:ext cx="501522" cy="425557"/>
          </a:xfrm>
          <a:custGeom>
            <a:avLst/>
            <a:gdLst/>
            <a:ahLst/>
            <a:cxnLst/>
            <a:rect l="0" t="0" r="0" b="0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6" name="Shape 216"/>
          <p:cNvSpPr/>
          <p:nvPr/>
        </p:nvSpPr>
        <p:spPr>
          <a:xfrm>
            <a:off x="8263292" y="4517805"/>
            <a:ext cx="479681" cy="339217"/>
          </a:xfrm>
          <a:custGeom>
            <a:avLst/>
            <a:gdLst/>
            <a:ahLst/>
            <a:cxnLst/>
            <a:rect l="0" t="0" r="0" b="0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7" name="Shape 217"/>
          <p:cNvSpPr/>
          <p:nvPr/>
        </p:nvSpPr>
        <p:spPr>
          <a:xfrm rot="-5400000">
            <a:off x="7684355" y="3982230"/>
            <a:ext cx="279906" cy="357966"/>
          </a:xfrm>
          <a:custGeom>
            <a:avLst/>
            <a:gdLst/>
            <a:ahLst/>
            <a:cxnLst/>
            <a:rect l="0" t="0" r="0" b="0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8" name="Shape 218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0" t="0" r="0" b="0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9" name="Shape 219"/>
          <p:cNvSpPr/>
          <p:nvPr/>
        </p:nvSpPr>
        <p:spPr>
          <a:xfrm>
            <a:off x="5059563" y="4957957"/>
            <a:ext cx="386048" cy="258065"/>
          </a:xfrm>
          <a:custGeom>
            <a:avLst/>
            <a:gdLst/>
            <a:ahLst/>
            <a:cxnLst/>
            <a:rect l="0" t="0" r="0" b="0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0" t="0" r="0" b="0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1" name="Shape 221"/>
          <p:cNvSpPr/>
          <p:nvPr/>
        </p:nvSpPr>
        <p:spPr>
          <a:xfrm>
            <a:off x="1482765" y="4209515"/>
            <a:ext cx="210213" cy="458889"/>
          </a:xfrm>
          <a:custGeom>
            <a:avLst/>
            <a:gdLst/>
            <a:ahLst/>
            <a:cxnLst/>
            <a:rect l="0" t="0" r="0" b="0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2" name="Shape 222"/>
          <p:cNvSpPr/>
          <p:nvPr/>
        </p:nvSpPr>
        <p:spPr>
          <a:xfrm>
            <a:off x="945960" y="4042836"/>
            <a:ext cx="414157" cy="507762"/>
          </a:xfrm>
          <a:custGeom>
            <a:avLst/>
            <a:gdLst/>
            <a:ahLst/>
            <a:cxnLst/>
            <a:rect l="0" t="0" r="0" b="0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3" name="Shape 223"/>
          <p:cNvSpPr/>
          <p:nvPr/>
        </p:nvSpPr>
        <p:spPr>
          <a:xfrm>
            <a:off x="2263010" y="4132028"/>
            <a:ext cx="456818" cy="425588"/>
          </a:xfrm>
          <a:custGeom>
            <a:avLst/>
            <a:gdLst/>
            <a:ahLst/>
            <a:cxnLst/>
            <a:rect l="0" t="0" r="0" b="0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4" name="Shape 224"/>
          <p:cNvSpPr/>
          <p:nvPr/>
        </p:nvSpPr>
        <p:spPr>
          <a:xfrm>
            <a:off x="1780917" y="4041241"/>
            <a:ext cx="372518" cy="384998"/>
          </a:xfrm>
          <a:custGeom>
            <a:avLst/>
            <a:gdLst/>
            <a:ahLst/>
            <a:cxnLst/>
            <a:rect l="0" t="0" r="0" b="0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5" name="Shape 225"/>
          <p:cNvSpPr/>
          <p:nvPr/>
        </p:nvSpPr>
        <p:spPr>
          <a:xfrm>
            <a:off x="1706532" y="4533962"/>
            <a:ext cx="521292" cy="538992"/>
          </a:xfrm>
          <a:custGeom>
            <a:avLst/>
            <a:gdLst/>
            <a:ahLst/>
            <a:cxnLst/>
            <a:rect l="0" t="0" r="0" b="0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6" name="Shape 226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0" t="0" r="0" b="0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7" name="Shape 227"/>
          <p:cNvSpPr/>
          <p:nvPr/>
        </p:nvSpPr>
        <p:spPr>
          <a:xfrm>
            <a:off x="400967" y="4075599"/>
            <a:ext cx="470320" cy="442210"/>
          </a:xfrm>
          <a:custGeom>
            <a:avLst/>
            <a:gdLst/>
            <a:ahLst/>
            <a:cxnLst/>
            <a:rect l="0" t="0" r="0" b="0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8" name="Shape 228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0" t="0" r="0" b="0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9" name="Shape 229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0" t="0" r="0" b="0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0" name="Shape 230"/>
          <p:cNvSpPr/>
          <p:nvPr/>
        </p:nvSpPr>
        <p:spPr>
          <a:xfrm>
            <a:off x="3251972" y="4825260"/>
            <a:ext cx="589992" cy="414129"/>
          </a:xfrm>
          <a:custGeom>
            <a:avLst/>
            <a:gdLst/>
            <a:ahLst/>
            <a:cxnLst/>
            <a:rect l="0" t="0" r="0" b="0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1" name="Shape 231"/>
          <p:cNvSpPr/>
          <p:nvPr/>
        </p:nvSpPr>
        <p:spPr>
          <a:xfrm>
            <a:off x="3251978" y="4029277"/>
            <a:ext cx="388118" cy="408938"/>
          </a:xfrm>
          <a:custGeom>
            <a:avLst/>
            <a:gdLst/>
            <a:ahLst/>
            <a:cxnLst/>
            <a:rect l="0" t="0" r="0" b="0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2" name="Shape 232"/>
          <p:cNvSpPr/>
          <p:nvPr/>
        </p:nvSpPr>
        <p:spPr>
          <a:xfrm>
            <a:off x="2183974" y="4950383"/>
            <a:ext cx="297606" cy="211234"/>
          </a:xfrm>
          <a:custGeom>
            <a:avLst/>
            <a:gdLst/>
            <a:ahLst/>
            <a:cxnLst/>
            <a:rect l="0" t="0" r="0" b="0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3" name="Shape 233"/>
          <p:cNvSpPr/>
          <p:nvPr/>
        </p:nvSpPr>
        <p:spPr>
          <a:xfrm>
            <a:off x="3949125" y="4950125"/>
            <a:ext cx="288245" cy="184202"/>
          </a:xfrm>
          <a:custGeom>
            <a:avLst/>
            <a:gdLst/>
            <a:ahLst/>
            <a:cxnLst/>
            <a:rect l="0" t="0" r="0" b="0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4" name="Shape 234"/>
          <p:cNvSpPr/>
          <p:nvPr/>
        </p:nvSpPr>
        <p:spPr>
          <a:xfrm>
            <a:off x="1360115" y="4780234"/>
            <a:ext cx="323616" cy="321546"/>
          </a:xfrm>
          <a:custGeom>
            <a:avLst/>
            <a:gdLst/>
            <a:ahLst/>
            <a:cxnLst/>
            <a:rect l="0" t="0" r="0" b="0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5" name="Shape 235"/>
          <p:cNvSpPr/>
          <p:nvPr/>
        </p:nvSpPr>
        <p:spPr>
          <a:xfrm>
            <a:off x="3721844" y="4000279"/>
            <a:ext cx="306966" cy="385027"/>
          </a:xfrm>
          <a:custGeom>
            <a:avLst/>
            <a:gdLst/>
            <a:ahLst/>
            <a:cxnLst/>
            <a:rect l="0" t="0" r="0" b="0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6" name="Shape 236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0" t="0" r="0" b="0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7" name="Shape 237"/>
          <p:cNvSpPr/>
          <p:nvPr/>
        </p:nvSpPr>
        <p:spPr>
          <a:xfrm>
            <a:off x="4028803" y="4583868"/>
            <a:ext cx="391238" cy="289295"/>
          </a:xfrm>
          <a:custGeom>
            <a:avLst/>
            <a:gdLst/>
            <a:ahLst/>
            <a:cxnLst/>
            <a:rect l="0" t="0" r="0" b="0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8" name="Shape 238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0" t="0" r="0" b="0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9" name="Shape 239"/>
          <p:cNvSpPr/>
          <p:nvPr/>
        </p:nvSpPr>
        <p:spPr>
          <a:xfrm rot="1920548">
            <a:off x="2436125" y="4658174"/>
            <a:ext cx="501522" cy="425557"/>
          </a:xfrm>
          <a:custGeom>
            <a:avLst/>
            <a:gdLst/>
            <a:ahLst/>
            <a:cxnLst/>
            <a:rect l="0" t="0" r="0" b="0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0" name="Shape 240"/>
          <p:cNvSpPr/>
          <p:nvPr/>
        </p:nvSpPr>
        <p:spPr>
          <a:xfrm>
            <a:off x="3462692" y="4517805"/>
            <a:ext cx="479681" cy="339217"/>
          </a:xfrm>
          <a:custGeom>
            <a:avLst/>
            <a:gdLst/>
            <a:ahLst/>
            <a:cxnLst/>
            <a:rect l="0" t="0" r="0" b="0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1" name="Shape 241"/>
          <p:cNvSpPr/>
          <p:nvPr/>
        </p:nvSpPr>
        <p:spPr>
          <a:xfrm rot="-5400000">
            <a:off x="2883755" y="3982230"/>
            <a:ext cx="279906" cy="357966"/>
          </a:xfrm>
          <a:custGeom>
            <a:avLst/>
            <a:gdLst/>
            <a:ahLst/>
            <a:cxnLst/>
            <a:rect l="0" t="0" r="0" b="0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2" name="Shape 242"/>
          <p:cNvSpPr/>
          <p:nvPr/>
        </p:nvSpPr>
        <p:spPr>
          <a:xfrm>
            <a:off x="2859048" y="4370196"/>
            <a:ext cx="377708" cy="426638"/>
          </a:xfrm>
          <a:custGeom>
            <a:avLst/>
            <a:gdLst/>
            <a:ahLst/>
            <a:cxnLst/>
            <a:rect l="0" t="0" r="0" b="0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3" name="Shape 243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0" t="0" r="0" b="0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4" name="Shape 244"/>
          <p:cNvSpPr/>
          <p:nvPr/>
        </p:nvSpPr>
        <p:spPr>
          <a:xfrm>
            <a:off x="2981820" y="4885132"/>
            <a:ext cx="174842" cy="187322"/>
          </a:xfrm>
          <a:custGeom>
            <a:avLst/>
            <a:gdLst/>
            <a:ahLst/>
            <a:cxnLst/>
            <a:rect l="0" t="0" r="0" b="0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 txBox="1">
            <a:spLocks noGrp="1"/>
          </p:cNvSpPr>
          <p:nvPr>
            <p:ph type="body" idx="1"/>
          </p:nvPr>
        </p:nvSpPr>
        <p:spPr>
          <a:xfrm>
            <a:off x="2159325" y="2161800"/>
            <a:ext cx="4825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7350" algn="ctr" rtl="0"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500"/>
              <a:buChar char="✘"/>
              <a:defRPr sz="2500" b="1">
                <a:solidFill>
                  <a:srgbClr val="1C4587"/>
                </a:solidFill>
              </a:defRPr>
            </a:lvl1pPr>
            <a:lvl2pPr marL="914400" lvl="1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✗"/>
              <a:defRPr sz="2500" b="1">
                <a:solidFill>
                  <a:srgbClr val="1C4587"/>
                </a:solidFill>
              </a:defRPr>
            </a:lvl2pPr>
            <a:lvl3pPr marL="1371600" lvl="2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3pPr>
            <a:lvl4pPr marL="1828800" lvl="3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●"/>
              <a:defRPr sz="2500" b="1">
                <a:solidFill>
                  <a:srgbClr val="1C4587"/>
                </a:solidFill>
              </a:defRPr>
            </a:lvl4pPr>
            <a:lvl5pPr marL="2286000" lvl="4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○"/>
              <a:defRPr sz="2500" b="1">
                <a:solidFill>
                  <a:srgbClr val="1C4587"/>
                </a:solidFill>
              </a:defRPr>
            </a:lvl5pPr>
            <a:lvl6pPr marL="2743200" lvl="5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6pPr>
            <a:lvl7pPr marL="3200400" lvl="6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●"/>
              <a:defRPr sz="2500" b="1">
                <a:solidFill>
                  <a:srgbClr val="1C4587"/>
                </a:solidFill>
              </a:defRPr>
            </a:lvl7pPr>
            <a:lvl8pPr marL="3657600" lvl="7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○"/>
              <a:defRPr sz="2500" b="1">
                <a:solidFill>
                  <a:srgbClr val="1C4587"/>
                </a:solidFill>
              </a:defRPr>
            </a:lvl8pPr>
            <a:lvl9pPr marL="4114800" lvl="8" indent="-387350" algn="ctr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0" t="0" r="0" b="0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8" name="Shape 248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0" t="0" r="0" b="0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9" name="Shape 249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0" t="0" r="0" b="0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0" name="Shape 250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0" t="0" r="0" b="0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1" name="Shape 251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0" t="0" r="0" b="0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2" name="Shape 252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0" t="0" r="0" b="0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3" name="Shape 253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0" t="0" r="0" b="0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4" name="Shape 254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0" t="0" r="0" b="0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5" name="Shape 255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0" t="0" r="0" b="0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6" name="Shape 256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0" t="0" r="0" b="0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7" name="Shape 257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0" t="0" r="0" b="0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8" name="Shape 258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0" t="0" r="0" b="0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9" name="Shape 259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0" t="0" r="0" b="0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0" name="Shape 260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0" t="0" r="0" b="0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1" name="Shape 261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0" t="0" r="0" b="0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2" name="Shape 262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0" t="0" r="0" b="0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3" name="Shape 263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0" t="0" r="0" b="0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4" name="Shape 264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0" t="0" r="0" b="0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5" name="Shape 265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0" t="0" r="0" b="0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6" name="Shape 266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0" t="0" r="0" b="0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7" name="Shape 267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0" t="0" r="0" b="0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8" name="Shape 268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0" t="0" r="0" b="0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9" name="Shape 269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0" t="0" r="0" b="0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0" name="Shape 270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0" t="0" r="0" b="0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1" name="Shape 271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0" t="0" r="0" b="0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2" name="Shape 272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0" t="0" r="0" b="0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3" name="Shape 273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0" t="0" r="0" b="0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4" name="Shape 274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0" t="0" r="0" b="0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5" name="Shape 275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0" t="0" r="0" b="0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6" name="Shape 276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0" t="0" r="0" b="0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7" name="Shape 277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0" t="0" r="0" b="0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8" name="Shape 278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0" t="0" r="0" b="0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9" name="Shape 279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0" t="0" r="0" b="0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0" name="Shape 280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0" t="0" r="0" b="0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1" name="Shape 281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0" t="0" r="0" b="0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2" name="Shape 282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0" t="0" r="0" b="0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3" name="Shape 283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0" t="0" r="0" b="0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4" name="Shape 284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0" t="0" r="0" b="0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5" name="Shape 285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0" t="0" r="0" b="0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6" name="Shape 286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0" t="0" r="0" b="0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7" name="Shape 287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0" t="0" r="0" b="0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747925" y="1363153"/>
            <a:ext cx="31590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600"/>
              </a:spcBef>
              <a:spcAft>
                <a:spcPts val="0"/>
              </a:spcAft>
              <a:buSzPts val="2200"/>
              <a:buChar char="✘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✗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325" name="Shape 325"/>
          <p:cNvSpPr txBox="1">
            <a:spLocks noGrp="1"/>
          </p:cNvSpPr>
          <p:nvPr>
            <p:ph type="body" idx="2"/>
          </p:nvPr>
        </p:nvSpPr>
        <p:spPr>
          <a:xfrm>
            <a:off x="4097098" y="1363153"/>
            <a:ext cx="31590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600"/>
              </a:spcBef>
              <a:spcAft>
                <a:spcPts val="0"/>
              </a:spcAft>
              <a:buSzPts val="2200"/>
              <a:buChar char="✘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✗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grpSp>
        <p:nvGrpSpPr>
          <p:cNvPr id="326" name="Shape 326"/>
          <p:cNvGrpSpPr/>
          <p:nvPr/>
        </p:nvGrpSpPr>
        <p:grpSpPr>
          <a:xfrm>
            <a:off x="7442902" y="-91154"/>
            <a:ext cx="1796289" cy="5330574"/>
            <a:chOff x="6023725" y="842300"/>
            <a:chExt cx="1358150" cy="4030375"/>
          </a:xfrm>
        </p:grpSpPr>
        <p:sp>
          <p:nvSpPr>
            <p:cNvPr id="327" name="Shape 327"/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0" t="0" r="0" b="0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Shape 328"/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0" t="0" r="0" b="0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Shape 329"/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0" t="0" r="0" b="0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Shape 330"/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0" t="0" r="0" b="0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Shape 331"/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0" t="0" r="0" b="0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Shape 332"/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0" t="0" r="0" b="0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Shape 333"/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0" t="0" r="0" b="0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Shape 334"/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0" t="0" r="0" b="0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Shape 335"/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0" t="0" r="0" b="0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Shape 336"/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0" t="0" r="0" b="0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Shape 337"/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0" t="0" r="0" b="0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Shape 338"/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0" t="0" r="0" b="0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Shape 339"/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0" t="0" r="0" b="0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Shape 340"/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0" t="0" r="0" b="0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Shape 341"/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0" t="0" r="0" b="0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Shape 342"/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0" t="0" r="0" b="0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Shape 343"/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0" t="0" r="0" b="0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Shape 344"/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0" t="0" r="0" b="0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Shape 345"/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0" t="0" r="0" b="0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Shape 346"/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0" t="0" r="0" b="0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Shape 347"/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0" t="0" r="0" b="0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Shape 348"/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0" t="0" r="0" b="0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Shape 349"/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0" t="0" r="0" b="0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Shape 350"/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0" t="0" r="0" b="0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Shape 351"/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0" t="0" r="0" b="0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Shape 352"/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0" t="0" r="0" b="0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Shape 353"/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0" t="0" r="0" b="0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Shape 354"/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0" t="0" r="0" b="0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Shape 355"/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0" t="0" r="0" b="0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56" name="Shape 356"/>
          <p:cNvCxnSpPr/>
          <p:nvPr/>
        </p:nvCxnSpPr>
        <p:spPr>
          <a:xfrm>
            <a:off x="850475" y="1031425"/>
            <a:ext cx="6037800" cy="0"/>
          </a:xfrm>
          <a:prstGeom prst="straightConnector1">
            <a:avLst/>
          </a:prstGeom>
          <a:noFill/>
          <a:ln w="19050" cap="rnd" cmpd="sng">
            <a:solidFill>
              <a:srgbClr val="A4C2F4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0" t="0" r="0" b="0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1" name="Shape 471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0" t="0" r="0" b="0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2" name="Shape 472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0" t="0" r="0" b="0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3" name="Shape 473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0" t="0" r="0" b="0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4" name="Shape 474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0" t="0" r="0" b="0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5" name="Shape 475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0" t="0" r="0" b="0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6" name="Shape 476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0" t="0" r="0" b="0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7" name="Shape 477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0" t="0" r="0" b="0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8" name="Shape 478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0" t="0" r="0" b="0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9" name="Shape 479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0" t="0" r="0" b="0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0" name="Shape 480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0" t="0" r="0" b="0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1" name="Shape 481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0" t="0" r="0" b="0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2" name="Shape 482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0" t="0" r="0" b="0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3" name="Shape 483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0" t="0" r="0" b="0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4" name="Shape 484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0" t="0" r="0" b="0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5" name="Shape 485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0" t="0" r="0" b="0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6" name="Shape 486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0" t="0" r="0" b="0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7" name="Shape 487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0" t="0" r="0" b="0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8" name="Shape 488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0" t="0" r="0" b="0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9" name="Shape 489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0" t="0" r="0" b="0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0" name="Shape 490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0" t="0" r="0" b="0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1" name="Shape 491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0" t="0" r="0" b="0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2" name="Shape 492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0" t="0" r="0" b="0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3" name="Shape 493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0" t="0" r="0" b="0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4" name="Shape 494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0" t="0" r="0" b="0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5" name="Shape 495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0" t="0" r="0" b="0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6" name="Shape 496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0" t="0" r="0" b="0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7" name="Shape 497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0" t="0" r="0" b="0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8" name="Shape 498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0" t="0" r="0" b="0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9" name="Shape 499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0" t="0" r="0" b="0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0" name="Shape 500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0" t="0" r="0" b="0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1" name="Shape 501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0" t="0" r="0" b="0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2" name="Shape 502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0" t="0" r="0" b="0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3" name="Shape 503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0" t="0" r="0" b="0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4" name="Shape 504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0" t="0" r="0" b="0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5" name="Shape 505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0" t="0" r="0" b="0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6" name="Shape 506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0" t="0" r="0" b="0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7" name="Shape 507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0" t="0" r="0" b="0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8" name="Shape 508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0" t="0" r="0" b="0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9" name="Shape 509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0" t="0" r="0" b="0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0" name="Shape 510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0" t="0" r="0" b="0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hape 6"/>
          <p:cNvGrpSpPr/>
          <p:nvPr/>
        </p:nvGrpSpPr>
        <p:grpSpPr>
          <a:xfrm>
            <a:off x="-6" y="-23"/>
            <a:ext cx="9143797" cy="5143378"/>
            <a:chOff x="239950" y="872550"/>
            <a:chExt cx="7042900" cy="3961625"/>
          </a:xfrm>
        </p:grpSpPr>
        <p:sp>
          <p:nvSpPr>
            <p:cNvPr id="7" name="Shape 7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0" t="0" r="0" b="0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Shape 8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Shape 9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Shape 10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Shape 1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Shape 12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Shape 14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Shape 15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Shape 16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Shape 17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Shape 18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Shape 19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Shape 2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Shape 22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Shape 23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Shape 24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Shape 25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Shape 26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Shape 28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Shape 29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Shape 30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Shape 3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Shape 32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0" t="0" r="0" b="0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Shape 33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Shape 34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Shape 36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Shape 37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Shape 38"/>
            <p:cNvSpPr/>
            <p:nvPr/>
          </p:nvSpPr>
          <p:spPr>
            <a:xfrm>
              <a:off x="239950" y="26011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Shape 39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Shape 40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Shape 4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Shape 42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Shape 43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Shape 45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Shape 46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Shape 47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Shape 48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Shape 49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Shape 50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Shape 52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Shape 53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Shape 54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Shape 55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Shape 56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Shape 57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Shape 60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Shape 6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0" t="0" r="0" b="0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Shape 62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Shape 63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Shape 64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Shape 66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Shape 67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Shape 68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Shape 69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Shape 70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Shape 7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Shape 72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Shape 73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Shape 74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Shape 75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Shape 77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Shape 78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Shape 79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Shape 80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Shape 82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Shape 83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Shape 84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Shape 86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Shape 89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Shape 90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Shape 9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Shape 92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Shape 93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Shape 94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Shape 95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Shape 96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Shape 97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Shape 98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Shape 99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Shape 100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Shape 103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Shape 107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Shape 109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Shape 110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Shape 11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Shape 112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Shape 113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Shape 114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Shape 115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Shape 116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Shape 117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Shape 118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Shape 119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Shape 120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Shape 12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Shape 122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Shape 123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Shape 125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Shape 126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Shape 127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Shape 128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Shape 129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Shape 130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Shape 13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Shape 132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Shape 133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Shape 134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Shape 135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Shape 136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Shape 137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Shape 138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Shape 139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Shape 140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Shape 14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Shape 142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Shape 143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Shape 144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Shape 145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Shape 146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Shape 147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Shape 148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Shape 149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Shape 150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Shape 15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Shape 152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Shape 153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Shape 154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Shape 155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Shape 156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Shape 157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0" t="0" r="0" b="0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791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niglet"/>
              <a:buNone/>
              <a:defRPr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niglet"/>
              <a:buNone/>
              <a:defRPr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niglet"/>
              <a:buNone/>
              <a:defRPr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niglet"/>
              <a:buNone/>
              <a:defRPr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niglet"/>
              <a:buNone/>
              <a:defRPr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niglet"/>
              <a:buNone/>
              <a:defRPr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niglet"/>
              <a:buNone/>
              <a:defRPr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niglet"/>
              <a:buNone/>
              <a:defRPr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niglet"/>
              <a:buNone/>
              <a:defRPr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747925" y="1314900"/>
            <a:ext cx="67917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600"/>
              <a:buFont typeface="Dosis"/>
              <a:buChar char="✘"/>
              <a:defRPr sz="26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000"/>
              <a:buFont typeface="Dosis"/>
              <a:buChar char="✗"/>
              <a:defRPr sz="20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000"/>
              <a:buFont typeface="Dosis"/>
              <a:buChar char="■"/>
              <a:defRPr sz="20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1800"/>
              <a:buFont typeface="Dosis"/>
              <a:buChar char="●"/>
              <a:defRPr sz="18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1800"/>
              <a:buFont typeface="Dosis"/>
              <a:buChar char="○"/>
              <a:defRPr sz="18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1800"/>
              <a:buFont typeface="Dosis"/>
              <a:buChar char="■"/>
              <a:defRPr sz="18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1800"/>
              <a:buFont typeface="Dosis"/>
              <a:buChar char="●"/>
              <a:defRPr sz="18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1800"/>
              <a:buFont typeface="Dosis"/>
              <a:buChar char="○"/>
              <a:defRPr sz="18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1800"/>
              <a:buFont typeface="Dosis"/>
              <a:buChar char="■"/>
              <a:defRPr sz="18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s.org/" TargetMode="External"/><Relationship Id="rId2" Type="http://schemas.openxmlformats.org/officeDocument/2006/relationships/hyperlink" Target="https://docs.opencv.org/4.x/d5/dae/tutorial_aruco_detection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google.com/books/edition/Smart_Intelligent_Computing_and_Applicat/Y9xwEAAAQBAJ?hl=ar&amp;gbpv=0" TargetMode="External"/><Relationship Id="rId4" Type="http://schemas.openxmlformats.org/officeDocument/2006/relationships/hyperlink" Target="https://www.researchgate.net/publication/354009690_Healthcare_Robotics_Key_Factors_that_Impact_Robot_Adoption_in_Healthcare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16"/>
          <p:cNvSpPr txBox="1">
            <a:spLocks/>
          </p:cNvSpPr>
          <p:nvPr/>
        </p:nvSpPr>
        <p:spPr>
          <a:xfrm>
            <a:off x="1194559" y="677400"/>
            <a:ext cx="6422372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Design and Implementation of a Robotics System for Medical Assistant in Hospitals.</a:t>
            </a:r>
          </a:p>
        </p:txBody>
      </p:sp>
      <p:pic>
        <p:nvPicPr>
          <p:cNvPr id="3" name="صورة 2" descr="C:\Users\best\Desktop\My files\study\ncd.jpg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0"/>
            <a:ext cx="12573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مستطيل 3"/>
          <p:cNvSpPr/>
          <p:nvPr/>
        </p:nvSpPr>
        <p:spPr>
          <a:xfrm>
            <a:off x="2119745" y="1642610"/>
            <a:ext cx="4572000" cy="11644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dirty="0" err="1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Haider</a:t>
            </a:r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dirty="0" err="1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Salamah</a:t>
            </a:r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 (12th grade), </a:t>
            </a:r>
            <a:r>
              <a:rPr lang="en-US" dirty="0" err="1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Zein</a:t>
            </a:r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 Mohammad (12th grade)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National Center for the Distinguished</a:t>
            </a:r>
          </a:p>
        </p:txBody>
      </p:sp>
      <p:sp>
        <p:nvSpPr>
          <p:cNvPr id="5" name="مستطيل 4"/>
          <p:cNvSpPr/>
          <p:nvPr/>
        </p:nvSpPr>
        <p:spPr>
          <a:xfrm>
            <a:off x="2119745" y="2653044"/>
            <a:ext cx="4572000" cy="102290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Scientific advisor: Salman </a:t>
            </a:r>
            <a:r>
              <a:rPr lang="en-US" dirty="0" err="1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Daher</a:t>
            </a:r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, Academic Programs DCA Syria, Robotics and Intelligence Systems Student at </a:t>
            </a:r>
            <a:r>
              <a:rPr lang="en-US" dirty="0" err="1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Manara</a:t>
            </a:r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 University</a:t>
            </a:r>
            <a:endParaRPr lang="ar-SY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28"/>
            <a:ext cx="2514951" cy="809738"/>
          </a:xfrm>
          <a:prstGeom prst="rect">
            <a:avLst/>
          </a:prstGeom>
        </p:spPr>
      </p:pic>
      <p:sp>
        <p:nvSpPr>
          <p:cNvPr id="9" name="مربع نص 8"/>
          <p:cNvSpPr txBox="1"/>
          <p:nvPr/>
        </p:nvSpPr>
        <p:spPr>
          <a:xfrm>
            <a:off x="4263719" y="4835723"/>
            <a:ext cx="28405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70193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521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Introduction</a:t>
            </a:r>
            <a:endParaRPr sz="3600" dirty="0"/>
          </a:p>
        </p:txBody>
      </p:sp>
      <p:sp>
        <p:nvSpPr>
          <p:cNvPr id="4" name="مربع نص 3"/>
          <p:cNvSpPr txBox="1"/>
          <p:nvPr/>
        </p:nvSpPr>
        <p:spPr>
          <a:xfrm>
            <a:off x="3676099" y="4835723"/>
            <a:ext cx="28405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2</a:t>
            </a:r>
            <a:endParaRPr lang="ar-SY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536"/>
          <p:cNvSpPr txBox="1">
            <a:spLocks noGrp="1"/>
          </p:cNvSpPr>
          <p:nvPr>
            <p:ph type="ctrTitle"/>
          </p:nvPr>
        </p:nvSpPr>
        <p:spPr>
          <a:xfrm>
            <a:off x="2005590" y="114300"/>
            <a:ext cx="5301600" cy="6610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IDEs and environments </a:t>
            </a:r>
            <a:endParaRPr dirty="0"/>
          </a:p>
        </p:txBody>
      </p:sp>
      <p:sp>
        <p:nvSpPr>
          <p:cNvPr id="62" name="Freeform 6"/>
          <p:cNvSpPr>
            <a:spLocks/>
          </p:cNvSpPr>
          <p:nvPr/>
        </p:nvSpPr>
        <p:spPr bwMode="auto">
          <a:xfrm>
            <a:off x="135731" y="2236208"/>
            <a:ext cx="706546" cy="553075"/>
          </a:xfrm>
          <a:custGeom>
            <a:avLst/>
            <a:gdLst>
              <a:gd name="T0" fmla="*/ 1075 w 1463"/>
              <a:gd name="T1" fmla="*/ 1144 h 1144"/>
              <a:gd name="T2" fmla="*/ 1463 w 1463"/>
              <a:gd name="T3" fmla="*/ 0 h 1144"/>
              <a:gd name="T4" fmla="*/ 0 w 1463"/>
              <a:gd name="T5" fmla="*/ 0 h 1144"/>
              <a:gd name="T6" fmla="*/ 1075 w 1463"/>
              <a:gd name="T7" fmla="*/ 1144 h 1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63" h="1144">
                <a:moveTo>
                  <a:pt x="1075" y="1144"/>
                </a:moveTo>
                <a:lnTo>
                  <a:pt x="1463" y="0"/>
                </a:lnTo>
                <a:lnTo>
                  <a:pt x="0" y="0"/>
                </a:lnTo>
                <a:lnTo>
                  <a:pt x="1075" y="114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Freeform 7"/>
          <p:cNvSpPr>
            <a:spLocks/>
          </p:cNvSpPr>
          <p:nvPr/>
        </p:nvSpPr>
        <p:spPr bwMode="auto">
          <a:xfrm>
            <a:off x="135731" y="775336"/>
            <a:ext cx="2624936" cy="1460872"/>
          </a:xfrm>
          <a:custGeom>
            <a:avLst/>
            <a:gdLst>
              <a:gd name="T0" fmla="*/ 0 w 5438"/>
              <a:gd name="T1" fmla="*/ 3028 h 3028"/>
              <a:gd name="T2" fmla="*/ 1463 w 5438"/>
              <a:gd name="T3" fmla="*/ 3028 h 3028"/>
              <a:gd name="T4" fmla="*/ 4002 w 5438"/>
              <a:gd name="T5" fmla="*/ 3028 h 3028"/>
              <a:gd name="T6" fmla="*/ 5438 w 5438"/>
              <a:gd name="T7" fmla="*/ 1555 h 3028"/>
              <a:gd name="T8" fmla="*/ 4937 w 5438"/>
              <a:gd name="T9" fmla="*/ 0 h 3028"/>
              <a:gd name="T10" fmla="*/ 926 w 5438"/>
              <a:gd name="T11" fmla="*/ 0 h 3028"/>
              <a:gd name="T12" fmla="*/ 0 w 5438"/>
              <a:gd name="T13" fmla="*/ 3028 h 3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38" h="3028">
                <a:moveTo>
                  <a:pt x="0" y="3028"/>
                </a:moveTo>
                <a:lnTo>
                  <a:pt x="1463" y="3028"/>
                </a:lnTo>
                <a:lnTo>
                  <a:pt x="4002" y="3028"/>
                </a:lnTo>
                <a:lnTo>
                  <a:pt x="5438" y="1555"/>
                </a:lnTo>
                <a:lnTo>
                  <a:pt x="4937" y="0"/>
                </a:lnTo>
                <a:lnTo>
                  <a:pt x="926" y="0"/>
                </a:lnTo>
                <a:lnTo>
                  <a:pt x="0" y="30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71" name="Freeform 6"/>
          <p:cNvSpPr>
            <a:spLocks/>
          </p:cNvSpPr>
          <p:nvPr/>
        </p:nvSpPr>
        <p:spPr bwMode="auto">
          <a:xfrm>
            <a:off x="1827085" y="3697080"/>
            <a:ext cx="706546" cy="553075"/>
          </a:xfrm>
          <a:custGeom>
            <a:avLst/>
            <a:gdLst>
              <a:gd name="T0" fmla="*/ 1075 w 1463"/>
              <a:gd name="T1" fmla="*/ 1144 h 1144"/>
              <a:gd name="T2" fmla="*/ 1463 w 1463"/>
              <a:gd name="T3" fmla="*/ 0 h 1144"/>
              <a:gd name="T4" fmla="*/ 0 w 1463"/>
              <a:gd name="T5" fmla="*/ 0 h 1144"/>
              <a:gd name="T6" fmla="*/ 1075 w 1463"/>
              <a:gd name="T7" fmla="*/ 1144 h 1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63" h="1144">
                <a:moveTo>
                  <a:pt x="1075" y="1144"/>
                </a:moveTo>
                <a:lnTo>
                  <a:pt x="1463" y="0"/>
                </a:lnTo>
                <a:lnTo>
                  <a:pt x="0" y="0"/>
                </a:lnTo>
                <a:lnTo>
                  <a:pt x="1075" y="114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2" name="Freeform 7"/>
          <p:cNvSpPr>
            <a:spLocks/>
          </p:cNvSpPr>
          <p:nvPr/>
        </p:nvSpPr>
        <p:spPr bwMode="auto">
          <a:xfrm>
            <a:off x="1827085" y="2236208"/>
            <a:ext cx="2624936" cy="1460872"/>
          </a:xfrm>
          <a:custGeom>
            <a:avLst/>
            <a:gdLst>
              <a:gd name="T0" fmla="*/ 0 w 5438"/>
              <a:gd name="T1" fmla="*/ 3028 h 3028"/>
              <a:gd name="T2" fmla="*/ 1463 w 5438"/>
              <a:gd name="T3" fmla="*/ 3028 h 3028"/>
              <a:gd name="T4" fmla="*/ 4002 w 5438"/>
              <a:gd name="T5" fmla="*/ 3028 h 3028"/>
              <a:gd name="T6" fmla="*/ 5438 w 5438"/>
              <a:gd name="T7" fmla="*/ 1555 h 3028"/>
              <a:gd name="T8" fmla="*/ 4937 w 5438"/>
              <a:gd name="T9" fmla="*/ 0 h 3028"/>
              <a:gd name="T10" fmla="*/ 926 w 5438"/>
              <a:gd name="T11" fmla="*/ 0 h 3028"/>
              <a:gd name="T12" fmla="*/ 0 w 5438"/>
              <a:gd name="T13" fmla="*/ 3028 h 3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38" h="3028">
                <a:moveTo>
                  <a:pt x="0" y="3028"/>
                </a:moveTo>
                <a:lnTo>
                  <a:pt x="1463" y="3028"/>
                </a:lnTo>
                <a:lnTo>
                  <a:pt x="4002" y="3028"/>
                </a:lnTo>
                <a:lnTo>
                  <a:pt x="5438" y="1555"/>
                </a:lnTo>
                <a:lnTo>
                  <a:pt x="4937" y="0"/>
                </a:lnTo>
                <a:lnTo>
                  <a:pt x="926" y="0"/>
                </a:lnTo>
                <a:lnTo>
                  <a:pt x="0" y="30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3" name="Freeform 6"/>
          <p:cNvSpPr>
            <a:spLocks/>
          </p:cNvSpPr>
          <p:nvPr/>
        </p:nvSpPr>
        <p:spPr bwMode="auto">
          <a:xfrm>
            <a:off x="4452021" y="2236208"/>
            <a:ext cx="706546" cy="553075"/>
          </a:xfrm>
          <a:custGeom>
            <a:avLst/>
            <a:gdLst>
              <a:gd name="T0" fmla="*/ 1075 w 1463"/>
              <a:gd name="T1" fmla="*/ 1144 h 1144"/>
              <a:gd name="T2" fmla="*/ 1463 w 1463"/>
              <a:gd name="T3" fmla="*/ 0 h 1144"/>
              <a:gd name="T4" fmla="*/ 0 w 1463"/>
              <a:gd name="T5" fmla="*/ 0 h 1144"/>
              <a:gd name="T6" fmla="*/ 1075 w 1463"/>
              <a:gd name="T7" fmla="*/ 1144 h 1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63" h="1144">
                <a:moveTo>
                  <a:pt x="1075" y="1144"/>
                </a:moveTo>
                <a:lnTo>
                  <a:pt x="1463" y="0"/>
                </a:lnTo>
                <a:lnTo>
                  <a:pt x="0" y="0"/>
                </a:lnTo>
                <a:lnTo>
                  <a:pt x="1075" y="114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4" name="Freeform 7"/>
          <p:cNvSpPr>
            <a:spLocks/>
          </p:cNvSpPr>
          <p:nvPr/>
        </p:nvSpPr>
        <p:spPr bwMode="auto">
          <a:xfrm>
            <a:off x="4452021" y="775336"/>
            <a:ext cx="2624936" cy="1460872"/>
          </a:xfrm>
          <a:custGeom>
            <a:avLst/>
            <a:gdLst>
              <a:gd name="T0" fmla="*/ 0 w 5438"/>
              <a:gd name="T1" fmla="*/ 3028 h 3028"/>
              <a:gd name="T2" fmla="*/ 1463 w 5438"/>
              <a:gd name="T3" fmla="*/ 3028 h 3028"/>
              <a:gd name="T4" fmla="*/ 4002 w 5438"/>
              <a:gd name="T5" fmla="*/ 3028 h 3028"/>
              <a:gd name="T6" fmla="*/ 5438 w 5438"/>
              <a:gd name="T7" fmla="*/ 1555 h 3028"/>
              <a:gd name="T8" fmla="*/ 4937 w 5438"/>
              <a:gd name="T9" fmla="*/ 0 h 3028"/>
              <a:gd name="T10" fmla="*/ 926 w 5438"/>
              <a:gd name="T11" fmla="*/ 0 h 3028"/>
              <a:gd name="T12" fmla="*/ 0 w 5438"/>
              <a:gd name="T13" fmla="*/ 3028 h 3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38" h="3028">
                <a:moveTo>
                  <a:pt x="0" y="3028"/>
                </a:moveTo>
                <a:lnTo>
                  <a:pt x="1463" y="3028"/>
                </a:lnTo>
                <a:lnTo>
                  <a:pt x="4002" y="3028"/>
                </a:lnTo>
                <a:lnTo>
                  <a:pt x="5438" y="1555"/>
                </a:lnTo>
                <a:lnTo>
                  <a:pt x="4937" y="0"/>
                </a:lnTo>
                <a:lnTo>
                  <a:pt x="926" y="0"/>
                </a:lnTo>
                <a:lnTo>
                  <a:pt x="0" y="30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5" name="Freeform 6"/>
          <p:cNvSpPr>
            <a:spLocks/>
          </p:cNvSpPr>
          <p:nvPr/>
        </p:nvSpPr>
        <p:spPr bwMode="auto">
          <a:xfrm>
            <a:off x="6352810" y="3697080"/>
            <a:ext cx="706546" cy="553075"/>
          </a:xfrm>
          <a:custGeom>
            <a:avLst/>
            <a:gdLst>
              <a:gd name="T0" fmla="*/ 1075 w 1463"/>
              <a:gd name="T1" fmla="*/ 1144 h 1144"/>
              <a:gd name="T2" fmla="*/ 1463 w 1463"/>
              <a:gd name="T3" fmla="*/ 0 h 1144"/>
              <a:gd name="T4" fmla="*/ 0 w 1463"/>
              <a:gd name="T5" fmla="*/ 0 h 1144"/>
              <a:gd name="T6" fmla="*/ 1075 w 1463"/>
              <a:gd name="T7" fmla="*/ 1144 h 1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63" h="1144">
                <a:moveTo>
                  <a:pt x="1075" y="1144"/>
                </a:moveTo>
                <a:lnTo>
                  <a:pt x="1463" y="0"/>
                </a:lnTo>
                <a:lnTo>
                  <a:pt x="0" y="0"/>
                </a:lnTo>
                <a:lnTo>
                  <a:pt x="1075" y="114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6" name="Freeform 7"/>
          <p:cNvSpPr>
            <a:spLocks/>
          </p:cNvSpPr>
          <p:nvPr/>
        </p:nvSpPr>
        <p:spPr bwMode="auto">
          <a:xfrm>
            <a:off x="6352810" y="2236208"/>
            <a:ext cx="2624936" cy="1460872"/>
          </a:xfrm>
          <a:custGeom>
            <a:avLst/>
            <a:gdLst>
              <a:gd name="T0" fmla="*/ 0 w 5438"/>
              <a:gd name="T1" fmla="*/ 3028 h 3028"/>
              <a:gd name="T2" fmla="*/ 1463 w 5438"/>
              <a:gd name="T3" fmla="*/ 3028 h 3028"/>
              <a:gd name="T4" fmla="*/ 4002 w 5438"/>
              <a:gd name="T5" fmla="*/ 3028 h 3028"/>
              <a:gd name="T6" fmla="*/ 5438 w 5438"/>
              <a:gd name="T7" fmla="*/ 1555 h 3028"/>
              <a:gd name="T8" fmla="*/ 4937 w 5438"/>
              <a:gd name="T9" fmla="*/ 0 h 3028"/>
              <a:gd name="T10" fmla="*/ 926 w 5438"/>
              <a:gd name="T11" fmla="*/ 0 h 3028"/>
              <a:gd name="T12" fmla="*/ 0 w 5438"/>
              <a:gd name="T13" fmla="*/ 3028 h 3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38" h="3028">
                <a:moveTo>
                  <a:pt x="0" y="3028"/>
                </a:moveTo>
                <a:lnTo>
                  <a:pt x="1463" y="3028"/>
                </a:lnTo>
                <a:lnTo>
                  <a:pt x="4002" y="3028"/>
                </a:lnTo>
                <a:lnTo>
                  <a:pt x="5438" y="1555"/>
                </a:lnTo>
                <a:lnTo>
                  <a:pt x="4937" y="0"/>
                </a:lnTo>
                <a:lnTo>
                  <a:pt x="926" y="0"/>
                </a:lnTo>
                <a:lnTo>
                  <a:pt x="0" y="30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مربع نص 1"/>
          <p:cNvSpPr txBox="1"/>
          <p:nvPr/>
        </p:nvSpPr>
        <p:spPr>
          <a:xfrm>
            <a:off x="1105797" y="1282483"/>
            <a:ext cx="68480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ROS</a:t>
            </a:r>
            <a:endParaRPr lang="ar-SY" dirty="0">
              <a:solidFill>
                <a:schemeClr val="bg1"/>
              </a:solidFill>
            </a:endParaRPr>
          </a:p>
        </p:txBody>
      </p:sp>
      <p:sp>
        <p:nvSpPr>
          <p:cNvPr id="85" name="مربع نص 84"/>
          <p:cNvSpPr txBox="1"/>
          <p:nvPr/>
        </p:nvSpPr>
        <p:spPr>
          <a:xfrm>
            <a:off x="2349010" y="2758505"/>
            <a:ext cx="17058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Google </a:t>
            </a:r>
            <a:r>
              <a:rPr lang="en-US" sz="1800" dirty="0" err="1">
                <a:solidFill>
                  <a:schemeClr val="bg1"/>
                </a:solidFill>
              </a:rPr>
              <a:t>Colab</a:t>
            </a:r>
            <a:endParaRPr lang="ar-SY" sz="1800" dirty="0">
              <a:solidFill>
                <a:schemeClr val="bg1"/>
              </a:solidFill>
            </a:endParaRPr>
          </a:p>
        </p:txBody>
      </p:sp>
      <p:sp>
        <p:nvSpPr>
          <p:cNvPr id="86" name="مربع نص 85"/>
          <p:cNvSpPr txBox="1"/>
          <p:nvPr/>
        </p:nvSpPr>
        <p:spPr>
          <a:xfrm>
            <a:off x="5274611" y="1251706"/>
            <a:ext cx="97975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Arduino</a:t>
            </a:r>
            <a:endParaRPr lang="ar-SY" dirty="0">
              <a:solidFill>
                <a:schemeClr val="bg1"/>
              </a:solidFill>
            </a:endParaRPr>
          </a:p>
        </p:txBody>
      </p:sp>
      <p:sp>
        <p:nvSpPr>
          <p:cNvPr id="87" name="مربع نص 86"/>
          <p:cNvSpPr txBox="1"/>
          <p:nvPr/>
        </p:nvSpPr>
        <p:spPr>
          <a:xfrm>
            <a:off x="7175400" y="2789283"/>
            <a:ext cx="97975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Proteus</a:t>
            </a:r>
            <a:endParaRPr lang="ar-SY" dirty="0">
              <a:solidFill>
                <a:schemeClr val="bg1"/>
              </a:solidFill>
            </a:endParaRPr>
          </a:p>
        </p:txBody>
      </p:sp>
      <p:sp>
        <p:nvSpPr>
          <p:cNvPr id="15" name="مربع نص 14"/>
          <p:cNvSpPr txBox="1"/>
          <p:nvPr/>
        </p:nvSpPr>
        <p:spPr>
          <a:xfrm>
            <a:off x="4167969" y="4835723"/>
            <a:ext cx="28405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3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63950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536"/>
          <p:cNvSpPr txBox="1">
            <a:spLocks noGrp="1"/>
          </p:cNvSpPr>
          <p:nvPr>
            <p:ph type="ctrTitle"/>
          </p:nvPr>
        </p:nvSpPr>
        <p:spPr>
          <a:xfrm>
            <a:off x="2005590" y="114300"/>
            <a:ext cx="5301600" cy="6610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Algorithms</a:t>
            </a:r>
            <a:endParaRPr dirty="0"/>
          </a:p>
        </p:txBody>
      </p:sp>
      <p:sp>
        <p:nvSpPr>
          <p:cNvPr id="9" name="Shape 801"/>
          <p:cNvSpPr/>
          <p:nvPr/>
        </p:nvSpPr>
        <p:spPr>
          <a:xfrm>
            <a:off x="554122" y="775336"/>
            <a:ext cx="485006" cy="464266"/>
          </a:xfrm>
          <a:custGeom>
            <a:avLst/>
            <a:gdLst/>
            <a:ahLst/>
            <a:cxnLst/>
            <a:rect l="0" t="0" r="0" b="0"/>
            <a:pathLst>
              <a:path w="22192" h="21243" extrusionOk="0">
                <a:moveTo>
                  <a:pt x="17812" y="512"/>
                </a:moveTo>
                <a:lnTo>
                  <a:pt x="17909" y="585"/>
                </a:lnTo>
                <a:lnTo>
                  <a:pt x="17958" y="609"/>
                </a:lnTo>
                <a:lnTo>
                  <a:pt x="18031" y="634"/>
                </a:lnTo>
                <a:lnTo>
                  <a:pt x="18201" y="634"/>
                </a:lnTo>
                <a:lnTo>
                  <a:pt x="18396" y="658"/>
                </a:lnTo>
                <a:lnTo>
                  <a:pt x="18566" y="682"/>
                </a:lnTo>
                <a:lnTo>
                  <a:pt x="18712" y="755"/>
                </a:lnTo>
                <a:lnTo>
                  <a:pt x="18858" y="828"/>
                </a:lnTo>
                <a:lnTo>
                  <a:pt x="19004" y="926"/>
                </a:lnTo>
                <a:lnTo>
                  <a:pt x="19126" y="1023"/>
                </a:lnTo>
                <a:lnTo>
                  <a:pt x="19248" y="1145"/>
                </a:lnTo>
                <a:lnTo>
                  <a:pt x="19345" y="1266"/>
                </a:lnTo>
                <a:lnTo>
                  <a:pt x="19442" y="1388"/>
                </a:lnTo>
                <a:lnTo>
                  <a:pt x="19491" y="1558"/>
                </a:lnTo>
                <a:lnTo>
                  <a:pt x="19540" y="1704"/>
                </a:lnTo>
                <a:lnTo>
                  <a:pt x="19564" y="1874"/>
                </a:lnTo>
                <a:lnTo>
                  <a:pt x="19564" y="2045"/>
                </a:lnTo>
                <a:lnTo>
                  <a:pt x="19564" y="2239"/>
                </a:lnTo>
                <a:lnTo>
                  <a:pt x="19515" y="2410"/>
                </a:lnTo>
                <a:lnTo>
                  <a:pt x="19467" y="2580"/>
                </a:lnTo>
                <a:lnTo>
                  <a:pt x="19394" y="2750"/>
                </a:lnTo>
                <a:lnTo>
                  <a:pt x="19296" y="2896"/>
                </a:lnTo>
                <a:lnTo>
                  <a:pt x="19199" y="3018"/>
                </a:lnTo>
                <a:lnTo>
                  <a:pt x="19077" y="3140"/>
                </a:lnTo>
                <a:lnTo>
                  <a:pt x="18956" y="3237"/>
                </a:lnTo>
                <a:lnTo>
                  <a:pt x="18810" y="3334"/>
                </a:lnTo>
                <a:lnTo>
                  <a:pt x="18664" y="3407"/>
                </a:lnTo>
                <a:lnTo>
                  <a:pt x="18347" y="3529"/>
                </a:lnTo>
                <a:lnTo>
                  <a:pt x="18031" y="3602"/>
                </a:lnTo>
                <a:lnTo>
                  <a:pt x="17690" y="3651"/>
                </a:lnTo>
                <a:lnTo>
                  <a:pt x="17350" y="3651"/>
                </a:lnTo>
                <a:lnTo>
                  <a:pt x="17423" y="3553"/>
                </a:lnTo>
                <a:lnTo>
                  <a:pt x="17666" y="3213"/>
                </a:lnTo>
                <a:lnTo>
                  <a:pt x="17885" y="2823"/>
                </a:lnTo>
                <a:lnTo>
                  <a:pt x="17982" y="2629"/>
                </a:lnTo>
                <a:lnTo>
                  <a:pt x="18055" y="2410"/>
                </a:lnTo>
                <a:lnTo>
                  <a:pt x="18128" y="2215"/>
                </a:lnTo>
                <a:lnTo>
                  <a:pt x="18153" y="2020"/>
                </a:lnTo>
                <a:lnTo>
                  <a:pt x="18153" y="1947"/>
                </a:lnTo>
                <a:lnTo>
                  <a:pt x="18104" y="1899"/>
                </a:lnTo>
                <a:lnTo>
                  <a:pt x="18080" y="1850"/>
                </a:lnTo>
                <a:lnTo>
                  <a:pt x="18007" y="1826"/>
                </a:lnTo>
                <a:lnTo>
                  <a:pt x="17958" y="1801"/>
                </a:lnTo>
                <a:lnTo>
                  <a:pt x="17885" y="1801"/>
                </a:lnTo>
                <a:lnTo>
                  <a:pt x="17836" y="1826"/>
                </a:lnTo>
                <a:lnTo>
                  <a:pt x="17788" y="1874"/>
                </a:lnTo>
                <a:lnTo>
                  <a:pt x="17666" y="2020"/>
                </a:lnTo>
                <a:lnTo>
                  <a:pt x="17569" y="2191"/>
                </a:lnTo>
                <a:lnTo>
                  <a:pt x="17374" y="2556"/>
                </a:lnTo>
                <a:lnTo>
                  <a:pt x="17179" y="2896"/>
                </a:lnTo>
                <a:lnTo>
                  <a:pt x="16985" y="3261"/>
                </a:lnTo>
                <a:lnTo>
                  <a:pt x="16912" y="3067"/>
                </a:lnTo>
                <a:lnTo>
                  <a:pt x="16839" y="2848"/>
                </a:lnTo>
                <a:lnTo>
                  <a:pt x="16766" y="2653"/>
                </a:lnTo>
                <a:lnTo>
                  <a:pt x="16741" y="2458"/>
                </a:lnTo>
                <a:lnTo>
                  <a:pt x="16717" y="2239"/>
                </a:lnTo>
                <a:lnTo>
                  <a:pt x="16717" y="2020"/>
                </a:lnTo>
                <a:lnTo>
                  <a:pt x="16741" y="1801"/>
                </a:lnTo>
                <a:lnTo>
                  <a:pt x="16766" y="1582"/>
                </a:lnTo>
                <a:lnTo>
                  <a:pt x="16814" y="1436"/>
                </a:lnTo>
                <a:lnTo>
                  <a:pt x="16887" y="1315"/>
                </a:lnTo>
                <a:lnTo>
                  <a:pt x="16960" y="1169"/>
                </a:lnTo>
                <a:lnTo>
                  <a:pt x="17033" y="1047"/>
                </a:lnTo>
                <a:lnTo>
                  <a:pt x="17252" y="828"/>
                </a:lnTo>
                <a:lnTo>
                  <a:pt x="17496" y="658"/>
                </a:lnTo>
                <a:lnTo>
                  <a:pt x="17642" y="585"/>
                </a:lnTo>
                <a:lnTo>
                  <a:pt x="17812" y="512"/>
                </a:lnTo>
                <a:close/>
                <a:moveTo>
                  <a:pt x="5111" y="1582"/>
                </a:moveTo>
                <a:lnTo>
                  <a:pt x="5159" y="1655"/>
                </a:lnTo>
                <a:lnTo>
                  <a:pt x="5232" y="1704"/>
                </a:lnTo>
                <a:lnTo>
                  <a:pt x="5305" y="1728"/>
                </a:lnTo>
                <a:lnTo>
                  <a:pt x="5403" y="1704"/>
                </a:lnTo>
                <a:lnTo>
                  <a:pt x="5573" y="1655"/>
                </a:lnTo>
                <a:lnTo>
                  <a:pt x="5719" y="1631"/>
                </a:lnTo>
                <a:lnTo>
                  <a:pt x="5987" y="1631"/>
                </a:lnTo>
                <a:lnTo>
                  <a:pt x="6133" y="1680"/>
                </a:lnTo>
                <a:lnTo>
                  <a:pt x="6230" y="1753"/>
                </a:lnTo>
                <a:lnTo>
                  <a:pt x="6352" y="1850"/>
                </a:lnTo>
                <a:lnTo>
                  <a:pt x="6473" y="1996"/>
                </a:lnTo>
                <a:lnTo>
                  <a:pt x="6595" y="2264"/>
                </a:lnTo>
                <a:lnTo>
                  <a:pt x="6717" y="2531"/>
                </a:lnTo>
                <a:lnTo>
                  <a:pt x="6790" y="2799"/>
                </a:lnTo>
                <a:lnTo>
                  <a:pt x="6838" y="3091"/>
                </a:lnTo>
                <a:lnTo>
                  <a:pt x="6887" y="3286"/>
                </a:lnTo>
                <a:lnTo>
                  <a:pt x="6887" y="3456"/>
                </a:lnTo>
                <a:lnTo>
                  <a:pt x="6863" y="3626"/>
                </a:lnTo>
                <a:lnTo>
                  <a:pt x="6814" y="3797"/>
                </a:lnTo>
                <a:lnTo>
                  <a:pt x="6765" y="3943"/>
                </a:lnTo>
                <a:lnTo>
                  <a:pt x="6692" y="4064"/>
                </a:lnTo>
                <a:lnTo>
                  <a:pt x="6595" y="4186"/>
                </a:lnTo>
                <a:lnTo>
                  <a:pt x="6473" y="4308"/>
                </a:lnTo>
                <a:lnTo>
                  <a:pt x="6303" y="4040"/>
                </a:lnTo>
                <a:lnTo>
                  <a:pt x="6133" y="3797"/>
                </a:lnTo>
                <a:lnTo>
                  <a:pt x="5987" y="3529"/>
                </a:lnTo>
                <a:lnTo>
                  <a:pt x="5865" y="3261"/>
                </a:lnTo>
                <a:lnTo>
                  <a:pt x="5816" y="3164"/>
                </a:lnTo>
                <a:lnTo>
                  <a:pt x="5719" y="2994"/>
                </a:lnTo>
                <a:lnTo>
                  <a:pt x="5670" y="2921"/>
                </a:lnTo>
                <a:lnTo>
                  <a:pt x="5597" y="2872"/>
                </a:lnTo>
                <a:lnTo>
                  <a:pt x="5524" y="2848"/>
                </a:lnTo>
                <a:lnTo>
                  <a:pt x="5476" y="2896"/>
                </a:lnTo>
                <a:lnTo>
                  <a:pt x="5403" y="2969"/>
                </a:lnTo>
                <a:lnTo>
                  <a:pt x="5378" y="3067"/>
                </a:lnTo>
                <a:lnTo>
                  <a:pt x="5378" y="3164"/>
                </a:lnTo>
                <a:lnTo>
                  <a:pt x="5378" y="3261"/>
                </a:lnTo>
                <a:lnTo>
                  <a:pt x="5451" y="3456"/>
                </a:lnTo>
                <a:lnTo>
                  <a:pt x="5524" y="3626"/>
                </a:lnTo>
                <a:lnTo>
                  <a:pt x="5768" y="4089"/>
                </a:lnTo>
                <a:lnTo>
                  <a:pt x="6035" y="4551"/>
                </a:lnTo>
                <a:lnTo>
                  <a:pt x="5768" y="4624"/>
                </a:lnTo>
                <a:lnTo>
                  <a:pt x="5451" y="4648"/>
                </a:lnTo>
                <a:lnTo>
                  <a:pt x="5257" y="4648"/>
                </a:lnTo>
                <a:lnTo>
                  <a:pt x="5086" y="4624"/>
                </a:lnTo>
                <a:lnTo>
                  <a:pt x="4940" y="4600"/>
                </a:lnTo>
                <a:lnTo>
                  <a:pt x="4794" y="4551"/>
                </a:lnTo>
                <a:lnTo>
                  <a:pt x="4673" y="4478"/>
                </a:lnTo>
                <a:lnTo>
                  <a:pt x="4551" y="4381"/>
                </a:lnTo>
                <a:lnTo>
                  <a:pt x="4429" y="4308"/>
                </a:lnTo>
                <a:lnTo>
                  <a:pt x="4356" y="4186"/>
                </a:lnTo>
                <a:lnTo>
                  <a:pt x="4259" y="4064"/>
                </a:lnTo>
                <a:lnTo>
                  <a:pt x="4186" y="3943"/>
                </a:lnTo>
                <a:lnTo>
                  <a:pt x="4137" y="3821"/>
                </a:lnTo>
                <a:lnTo>
                  <a:pt x="4089" y="3675"/>
                </a:lnTo>
                <a:lnTo>
                  <a:pt x="4064" y="3505"/>
                </a:lnTo>
                <a:lnTo>
                  <a:pt x="4064" y="3359"/>
                </a:lnTo>
                <a:lnTo>
                  <a:pt x="4064" y="3188"/>
                </a:lnTo>
                <a:lnTo>
                  <a:pt x="4089" y="3018"/>
                </a:lnTo>
                <a:lnTo>
                  <a:pt x="4137" y="2775"/>
                </a:lnTo>
                <a:lnTo>
                  <a:pt x="4210" y="2556"/>
                </a:lnTo>
                <a:lnTo>
                  <a:pt x="4308" y="2337"/>
                </a:lnTo>
                <a:lnTo>
                  <a:pt x="4429" y="2142"/>
                </a:lnTo>
                <a:lnTo>
                  <a:pt x="4551" y="1972"/>
                </a:lnTo>
                <a:lnTo>
                  <a:pt x="4721" y="1801"/>
                </a:lnTo>
                <a:lnTo>
                  <a:pt x="4916" y="1680"/>
                </a:lnTo>
                <a:lnTo>
                  <a:pt x="5111" y="1582"/>
                </a:lnTo>
                <a:close/>
                <a:moveTo>
                  <a:pt x="12532" y="7544"/>
                </a:moveTo>
                <a:lnTo>
                  <a:pt x="12264" y="7568"/>
                </a:lnTo>
                <a:lnTo>
                  <a:pt x="11997" y="7593"/>
                </a:lnTo>
                <a:lnTo>
                  <a:pt x="11753" y="7641"/>
                </a:lnTo>
                <a:lnTo>
                  <a:pt x="11486" y="7690"/>
                </a:lnTo>
                <a:lnTo>
                  <a:pt x="11218" y="7763"/>
                </a:lnTo>
                <a:lnTo>
                  <a:pt x="10975" y="7885"/>
                </a:lnTo>
                <a:lnTo>
                  <a:pt x="10926" y="7933"/>
                </a:lnTo>
                <a:lnTo>
                  <a:pt x="10926" y="8006"/>
                </a:lnTo>
                <a:lnTo>
                  <a:pt x="10975" y="8055"/>
                </a:lnTo>
                <a:lnTo>
                  <a:pt x="11048" y="8079"/>
                </a:lnTo>
                <a:lnTo>
                  <a:pt x="11315" y="8055"/>
                </a:lnTo>
                <a:lnTo>
                  <a:pt x="11583" y="8031"/>
                </a:lnTo>
                <a:lnTo>
                  <a:pt x="11875" y="7982"/>
                </a:lnTo>
                <a:lnTo>
                  <a:pt x="12143" y="7933"/>
                </a:lnTo>
                <a:lnTo>
                  <a:pt x="12386" y="7909"/>
                </a:lnTo>
                <a:lnTo>
                  <a:pt x="12605" y="7909"/>
                </a:lnTo>
                <a:lnTo>
                  <a:pt x="12824" y="7885"/>
                </a:lnTo>
                <a:lnTo>
                  <a:pt x="12946" y="7860"/>
                </a:lnTo>
                <a:lnTo>
                  <a:pt x="13043" y="7787"/>
                </a:lnTo>
                <a:lnTo>
                  <a:pt x="13067" y="7763"/>
                </a:lnTo>
                <a:lnTo>
                  <a:pt x="13092" y="7714"/>
                </a:lnTo>
                <a:lnTo>
                  <a:pt x="13067" y="7690"/>
                </a:lnTo>
                <a:lnTo>
                  <a:pt x="13043" y="7641"/>
                </a:lnTo>
                <a:lnTo>
                  <a:pt x="12921" y="7593"/>
                </a:lnTo>
                <a:lnTo>
                  <a:pt x="12800" y="7544"/>
                </a:lnTo>
                <a:close/>
                <a:moveTo>
                  <a:pt x="20002" y="10026"/>
                </a:moveTo>
                <a:lnTo>
                  <a:pt x="20172" y="10050"/>
                </a:lnTo>
                <a:lnTo>
                  <a:pt x="20367" y="10074"/>
                </a:lnTo>
                <a:lnTo>
                  <a:pt x="20537" y="10099"/>
                </a:lnTo>
                <a:lnTo>
                  <a:pt x="20708" y="10172"/>
                </a:lnTo>
                <a:lnTo>
                  <a:pt x="20854" y="10245"/>
                </a:lnTo>
                <a:lnTo>
                  <a:pt x="21024" y="10342"/>
                </a:lnTo>
                <a:lnTo>
                  <a:pt x="21194" y="10439"/>
                </a:lnTo>
                <a:lnTo>
                  <a:pt x="21316" y="10585"/>
                </a:lnTo>
                <a:lnTo>
                  <a:pt x="21438" y="10707"/>
                </a:lnTo>
                <a:lnTo>
                  <a:pt x="21511" y="10877"/>
                </a:lnTo>
                <a:lnTo>
                  <a:pt x="21584" y="11023"/>
                </a:lnTo>
                <a:lnTo>
                  <a:pt x="21608" y="11194"/>
                </a:lnTo>
                <a:lnTo>
                  <a:pt x="21632" y="11364"/>
                </a:lnTo>
                <a:lnTo>
                  <a:pt x="21632" y="11534"/>
                </a:lnTo>
                <a:lnTo>
                  <a:pt x="21608" y="11705"/>
                </a:lnTo>
                <a:lnTo>
                  <a:pt x="21559" y="11875"/>
                </a:lnTo>
                <a:lnTo>
                  <a:pt x="21511" y="12021"/>
                </a:lnTo>
                <a:lnTo>
                  <a:pt x="21438" y="12191"/>
                </a:lnTo>
                <a:lnTo>
                  <a:pt x="21340" y="12337"/>
                </a:lnTo>
                <a:lnTo>
                  <a:pt x="21219" y="12483"/>
                </a:lnTo>
                <a:lnTo>
                  <a:pt x="21097" y="12605"/>
                </a:lnTo>
                <a:lnTo>
                  <a:pt x="20951" y="12702"/>
                </a:lnTo>
                <a:lnTo>
                  <a:pt x="20805" y="12800"/>
                </a:lnTo>
                <a:lnTo>
                  <a:pt x="20635" y="12873"/>
                </a:lnTo>
                <a:lnTo>
                  <a:pt x="20489" y="12921"/>
                </a:lnTo>
                <a:lnTo>
                  <a:pt x="20343" y="12970"/>
                </a:lnTo>
                <a:lnTo>
                  <a:pt x="20172" y="12994"/>
                </a:lnTo>
                <a:lnTo>
                  <a:pt x="20026" y="12994"/>
                </a:lnTo>
                <a:lnTo>
                  <a:pt x="19856" y="12970"/>
                </a:lnTo>
                <a:lnTo>
                  <a:pt x="19710" y="12946"/>
                </a:lnTo>
                <a:lnTo>
                  <a:pt x="19540" y="12897"/>
                </a:lnTo>
                <a:lnTo>
                  <a:pt x="19394" y="12848"/>
                </a:lnTo>
                <a:lnTo>
                  <a:pt x="19248" y="12775"/>
                </a:lnTo>
                <a:lnTo>
                  <a:pt x="19126" y="12678"/>
                </a:lnTo>
                <a:lnTo>
                  <a:pt x="18980" y="12581"/>
                </a:lnTo>
                <a:lnTo>
                  <a:pt x="18858" y="12459"/>
                </a:lnTo>
                <a:lnTo>
                  <a:pt x="18761" y="12337"/>
                </a:lnTo>
                <a:lnTo>
                  <a:pt x="18664" y="12216"/>
                </a:lnTo>
                <a:lnTo>
                  <a:pt x="18566" y="12070"/>
                </a:lnTo>
                <a:lnTo>
                  <a:pt x="18493" y="11899"/>
                </a:lnTo>
                <a:lnTo>
                  <a:pt x="18445" y="11729"/>
                </a:lnTo>
                <a:lnTo>
                  <a:pt x="18420" y="11583"/>
                </a:lnTo>
                <a:lnTo>
                  <a:pt x="19783" y="11753"/>
                </a:lnTo>
                <a:lnTo>
                  <a:pt x="19880" y="11753"/>
                </a:lnTo>
                <a:lnTo>
                  <a:pt x="19953" y="11705"/>
                </a:lnTo>
                <a:lnTo>
                  <a:pt x="20002" y="11632"/>
                </a:lnTo>
                <a:lnTo>
                  <a:pt x="20026" y="11534"/>
                </a:lnTo>
                <a:lnTo>
                  <a:pt x="20002" y="11437"/>
                </a:lnTo>
                <a:lnTo>
                  <a:pt x="19953" y="11364"/>
                </a:lnTo>
                <a:lnTo>
                  <a:pt x="19880" y="11291"/>
                </a:lnTo>
                <a:lnTo>
                  <a:pt x="19783" y="11267"/>
                </a:lnTo>
                <a:lnTo>
                  <a:pt x="18420" y="11096"/>
                </a:lnTo>
                <a:lnTo>
                  <a:pt x="18493" y="10804"/>
                </a:lnTo>
                <a:lnTo>
                  <a:pt x="18615" y="10512"/>
                </a:lnTo>
                <a:lnTo>
                  <a:pt x="18883" y="10415"/>
                </a:lnTo>
                <a:lnTo>
                  <a:pt x="19126" y="10293"/>
                </a:lnTo>
                <a:lnTo>
                  <a:pt x="19369" y="10172"/>
                </a:lnTo>
                <a:lnTo>
                  <a:pt x="19637" y="10074"/>
                </a:lnTo>
                <a:lnTo>
                  <a:pt x="19832" y="10050"/>
                </a:lnTo>
                <a:lnTo>
                  <a:pt x="20002" y="10026"/>
                </a:lnTo>
                <a:close/>
                <a:moveTo>
                  <a:pt x="11048" y="6838"/>
                </a:moveTo>
                <a:lnTo>
                  <a:pt x="11267" y="6863"/>
                </a:lnTo>
                <a:lnTo>
                  <a:pt x="11510" y="6887"/>
                </a:lnTo>
                <a:lnTo>
                  <a:pt x="11729" y="6936"/>
                </a:lnTo>
                <a:lnTo>
                  <a:pt x="11559" y="6960"/>
                </a:lnTo>
                <a:lnTo>
                  <a:pt x="11364" y="7009"/>
                </a:lnTo>
                <a:lnTo>
                  <a:pt x="11169" y="7057"/>
                </a:lnTo>
                <a:lnTo>
                  <a:pt x="10975" y="7155"/>
                </a:lnTo>
                <a:lnTo>
                  <a:pt x="10902" y="7228"/>
                </a:lnTo>
                <a:lnTo>
                  <a:pt x="10853" y="7301"/>
                </a:lnTo>
                <a:lnTo>
                  <a:pt x="10853" y="7325"/>
                </a:lnTo>
                <a:lnTo>
                  <a:pt x="10950" y="7349"/>
                </a:lnTo>
                <a:lnTo>
                  <a:pt x="11048" y="7374"/>
                </a:lnTo>
                <a:lnTo>
                  <a:pt x="11242" y="7349"/>
                </a:lnTo>
                <a:lnTo>
                  <a:pt x="11632" y="7252"/>
                </a:lnTo>
                <a:lnTo>
                  <a:pt x="11972" y="7203"/>
                </a:lnTo>
                <a:lnTo>
                  <a:pt x="12167" y="7179"/>
                </a:lnTo>
                <a:lnTo>
                  <a:pt x="12313" y="7106"/>
                </a:lnTo>
                <a:lnTo>
                  <a:pt x="12532" y="7203"/>
                </a:lnTo>
                <a:lnTo>
                  <a:pt x="12727" y="7325"/>
                </a:lnTo>
                <a:lnTo>
                  <a:pt x="12921" y="7447"/>
                </a:lnTo>
                <a:lnTo>
                  <a:pt x="13116" y="7568"/>
                </a:lnTo>
                <a:lnTo>
                  <a:pt x="13286" y="7714"/>
                </a:lnTo>
                <a:lnTo>
                  <a:pt x="13457" y="7885"/>
                </a:lnTo>
                <a:lnTo>
                  <a:pt x="13627" y="8055"/>
                </a:lnTo>
                <a:lnTo>
                  <a:pt x="13773" y="8250"/>
                </a:lnTo>
                <a:lnTo>
                  <a:pt x="13530" y="8225"/>
                </a:lnTo>
                <a:lnTo>
                  <a:pt x="13311" y="8225"/>
                </a:lnTo>
                <a:lnTo>
                  <a:pt x="12848" y="8274"/>
                </a:lnTo>
                <a:lnTo>
                  <a:pt x="12459" y="8347"/>
                </a:lnTo>
                <a:lnTo>
                  <a:pt x="12070" y="8420"/>
                </a:lnTo>
                <a:lnTo>
                  <a:pt x="11705" y="8566"/>
                </a:lnTo>
                <a:lnTo>
                  <a:pt x="11534" y="8663"/>
                </a:lnTo>
                <a:lnTo>
                  <a:pt x="11364" y="8761"/>
                </a:lnTo>
                <a:lnTo>
                  <a:pt x="11340" y="8785"/>
                </a:lnTo>
                <a:lnTo>
                  <a:pt x="11340" y="8834"/>
                </a:lnTo>
                <a:lnTo>
                  <a:pt x="11364" y="8858"/>
                </a:lnTo>
                <a:lnTo>
                  <a:pt x="11388" y="8882"/>
                </a:lnTo>
                <a:lnTo>
                  <a:pt x="11753" y="8834"/>
                </a:lnTo>
                <a:lnTo>
                  <a:pt x="12118" y="8761"/>
                </a:lnTo>
                <a:lnTo>
                  <a:pt x="12483" y="8688"/>
                </a:lnTo>
                <a:lnTo>
                  <a:pt x="12848" y="8663"/>
                </a:lnTo>
                <a:lnTo>
                  <a:pt x="13432" y="8663"/>
                </a:lnTo>
                <a:lnTo>
                  <a:pt x="13749" y="8688"/>
                </a:lnTo>
                <a:lnTo>
                  <a:pt x="13895" y="8663"/>
                </a:lnTo>
                <a:lnTo>
                  <a:pt x="14016" y="8663"/>
                </a:lnTo>
                <a:lnTo>
                  <a:pt x="14187" y="9028"/>
                </a:lnTo>
                <a:lnTo>
                  <a:pt x="13773" y="9053"/>
                </a:lnTo>
                <a:lnTo>
                  <a:pt x="13359" y="9101"/>
                </a:lnTo>
                <a:lnTo>
                  <a:pt x="12994" y="9150"/>
                </a:lnTo>
                <a:lnTo>
                  <a:pt x="12605" y="9199"/>
                </a:lnTo>
                <a:lnTo>
                  <a:pt x="12240" y="9296"/>
                </a:lnTo>
                <a:lnTo>
                  <a:pt x="12070" y="9369"/>
                </a:lnTo>
                <a:lnTo>
                  <a:pt x="11899" y="9466"/>
                </a:lnTo>
                <a:lnTo>
                  <a:pt x="11875" y="9490"/>
                </a:lnTo>
                <a:lnTo>
                  <a:pt x="11875" y="9539"/>
                </a:lnTo>
                <a:lnTo>
                  <a:pt x="11899" y="9563"/>
                </a:lnTo>
                <a:lnTo>
                  <a:pt x="11948" y="9588"/>
                </a:lnTo>
                <a:lnTo>
                  <a:pt x="12337" y="9588"/>
                </a:lnTo>
                <a:lnTo>
                  <a:pt x="12751" y="9539"/>
                </a:lnTo>
                <a:lnTo>
                  <a:pt x="13140" y="9466"/>
                </a:lnTo>
                <a:lnTo>
                  <a:pt x="13530" y="9417"/>
                </a:lnTo>
                <a:lnTo>
                  <a:pt x="13919" y="9417"/>
                </a:lnTo>
                <a:lnTo>
                  <a:pt x="14333" y="9393"/>
                </a:lnTo>
                <a:lnTo>
                  <a:pt x="14381" y="9661"/>
                </a:lnTo>
                <a:lnTo>
                  <a:pt x="14406" y="9904"/>
                </a:lnTo>
                <a:lnTo>
                  <a:pt x="14138" y="9831"/>
                </a:lnTo>
                <a:lnTo>
                  <a:pt x="13870" y="9782"/>
                </a:lnTo>
                <a:lnTo>
                  <a:pt x="13578" y="9782"/>
                </a:lnTo>
                <a:lnTo>
                  <a:pt x="13286" y="9807"/>
                </a:lnTo>
                <a:lnTo>
                  <a:pt x="12994" y="9855"/>
                </a:lnTo>
                <a:lnTo>
                  <a:pt x="12727" y="9904"/>
                </a:lnTo>
                <a:lnTo>
                  <a:pt x="12459" y="10001"/>
                </a:lnTo>
                <a:lnTo>
                  <a:pt x="12216" y="10099"/>
                </a:lnTo>
                <a:lnTo>
                  <a:pt x="12191" y="10123"/>
                </a:lnTo>
                <a:lnTo>
                  <a:pt x="12191" y="10172"/>
                </a:lnTo>
                <a:lnTo>
                  <a:pt x="12216" y="10196"/>
                </a:lnTo>
                <a:lnTo>
                  <a:pt x="12240" y="10220"/>
                </a:lnTo>
                <a:lnTo>
                  <a:pt x="12848" y="10196"/>
                </a:lnTo>
                <a:lnTo>
                  <a:pt x="13457" y="10196"/>
                </a:lnTo>
                <a:lnTo>
                  <a:pt x="13943" y="10220"/>
                </a:lnTo>
                <a:lnTo>
                  <a:pt x="14430" y="10220"/>
                </a:lnTo>
                <a:lnTo>
                  <a:pt x="14430" y="10464"/>
                </a:lnTo>
                <a:lnTo>
                  <a:pt x="14406" y="10707"/>
                </a:lnTo>
                <a:lnTo>
                  <a:pt x="14187" y="10634"/>
                </a:lnTo>
                <a:lnTo>
                  <a:pt x="13968" y="10610"/>
                </a:lnTo>
                <a:lnTo>
                  <a:pt x="13505" y="10561"/>
                </a:lnTo>
                <a:lnTo>
                  <a:pt x="13189" y="10512"/>
                </a:lnTo>
                <a:lnTo>
                  <a:pt x="12824" y="10464"/>
                </a:lnTo>
                <a:lnTo>
                  <a:pt x="12654" y="10464"/>
                </a:lnTo>
                <a:lnTo>
                  <a:pt x="12483" y="10488"/>
                </a:lnTo>
                <a:lnTo>
                  <a:pt x="12337" y="10537"/>
                </a:lnTo>
                <a:lnTo>
                  <a:pt x="12191" y="10610"/>
                </a:lnTo>
                <a:lnTo>
                  <a:pt x="12191" y="10634"/>
                </a:lnTo>
                <a:lnTo>
                  <a:pt x="12313" y="10731"/>
                </a:lnTo>
                <a:lnTo>
                  <a:pt x="12459" y="10804"/>
                </a:lnTo>
                <a:lnTo>
                  <a:pt x="12629" y="10853"/>
                </a:lnTo>
                <a:lnTo>
                  <a:pt x="12775" y="10877"/>
                </a:lnTo>
                <a:lnTo>
                  <a:pt x="13140" y="10926"/>
                </a:lnTo>
                <a:lnTo>
                  <a:pt x="13457" y="10950"/>
                </a:lnTo>
                <a:lnTo>
                  <a:pt x="13870" y="11048"/>
                </a:lnTo>
                <a:lnTo>
                  <a:pt x="14114" y="11072"/>
                </a:lnTo>
                <a:lnTo>
                  <a:pt x="14333" y="11072"/>
                </a:lnTo>
                <a:lnTo>
                  <a:pt x="14235" y="11340"/>
                </a:lnTo>
                <a:lnTo>
                  <a:pt x="14138" y="11607"/>
                </a:lnTo>
                <a:lnTo>
                  <a:pt x="14016" y="11851"/>
                </a:lnTo>
                <a:lnTo>
                  <a:pt x="13870" y="12094"/>
                </a:lnTo>
                <a:lnTo>
                  <a:pt x="13846" y="11997"/>
                </a:lnTo>
                <a:lnTo>
                  <a:pt x="13797" y="11899"/>
                </a:lnTo>
                <a:lnTo>
                  <a:pt x="13724" y="11826"/>
                </a:lnTo>
                <a:lnTo>
                  <a:pt x="13627" y="11778"/>
                </a:lnTo>
                <a:lnTo>
                  <a:pt x="13432" y="11680"/>
                </a:lnTo>
                <a:lnTo>
                  <a:pt x="13238" y="11607"/>
                </a:lnTo>
                <a:lnTo>
                  <a:pt x="12946" y="11534"/>
                </a:lnTo>
                <a:lnTo>
                  <a:pt x="12654" y="11486"/>
                </a:lnTo>
                <a:lnTo>
                  <a:pt x="12362" y="11486"/>
                </a:lnTo>
                <a:lnTo>
                  <a:pt x="12070" y="11510"/>
                </a:lnTo>
                <a:lnTo>
                  <a:pt x="12045" y="11534"/>
                </a:lnTo>
                <a:lnTo>
                  <a:pt x="12045" y="11559"/>
                </a:lnTo>
                <a:lnTo>
                  <a:pt x="12045" y="11607"/>
                </a:lnTo>
                <a:lnTo>
                  <a:pt x="12070" y="11632"/>
                </a:lnTo>
                <a:lnTo>
                  <a:pt x="12678" y="11826"/>
                </a:lnTo>
                <a:lnTo>
                  <a:pt x="12970" y="11948"/>
                </a:lnTo>
                <a:lnTo>
                  <a:pt x="13262" y="12070"/>
                </a:lnTo>
                <a:lnTo>
                  <a:pt x="13481" y="12191"/>
                </a:lnTo>
                <a:lnTo>
                  <a:pt x="13627" y="12240"/>
                </a:lnTo>
                <a:lnTo>
                  <a:pt x="13749" y="12240"/>
                </a:lnTo>
                <a:lnTo>
                  <a:pt x="13505" y="12556"/>
                </a:lnTo>
                <a:lnTo>
                  <a:pt x="13189" y="12362"/>
                </a:lnTo>
                <a:lnTo>
                  <a:pt x="12605" y="12021"/>
                </a:lnTo>
                <a:lnTo>
                  <a:pt x="12289" y="11899"/>
                </a:lnTo>
                <a:lnTo>
                  <a:pt x="12143" y="11851"/>
                </a:lnTo>
                <a:lnTo>
                  <a:pt x="11972" y="11802"/>
                </a:lnTo>
                <a:lnTo>
                  <a:pt x="11924" y="11802"/>
                </a:lnTo>
                <a:lnTo>
                  <a:pt x="11899" y="11826"/>
                </a:lnTo>
                <a:lnTo>
                  <a:pt x="11875" y="11875"/>
                </a:lnTo>
                <a:lnTo>
                  <a:pt x="11899" y="11924"/>
                </a:lnTo>
                <a:lnTo>
                  <a:pt x="12070" y="12118"/>
                </a:lnTo>
                <a:lnTo>
                  <a:pt x="12264" y="12289"/>
                </a:lnTo>
                <a:lnTo>
                  <a:pt x="12483" y="12435"/>
                </a:lnTo>
                <a:lnTo>
                  <a:pt x="12727" y="12581"/>
                </a:lnTo>
                <a:lnTo>
                  <a:pt x="13140" y="12873"/>
                </a:lnTo>
                <a:lnTo>
                  <a:pt x="12800" y="13116"/>
                </a:lnTo>
                <a:lnTo>
                  <a:pt x="12629" y="12946"/>
                </a:lnTo>
                <a:lnTo>
                  <a:pt x="12435" y="12800"/>
                </a:lnTo>
                <a:lnTo>
                  <a:pt x="12289" y="12702"/>
                </a:lnTo>
                <a:lnTo>
                  <a:pt x="12143" y="12605"/>
                </a:lnTo>
                <a:lnTo>
                  <a:pt x="12045" y="12581"/>
                </a:lnTo>
                <a:lnTo>
                  <a:pt x="11972" y="12556"/>
                </a:lnTo>
                <a:lnTo>
                  <a:pt x="11875" y="12556"/>
                </a:lnTo>
                <a:lnTo>
                  <a:pt x="11802" y="12581"/>
                </a:lnTo>
                <a:lnTo>
                  <a:pt x="11753" y="12629"/>
                </a:lnTo>
                <a:lnTo>
                  <a:pt x="11753" y="12678"/>
                </a:lnTo>
                <a:lnTo>
                  <a:pt x="11802" y="12824"/>
                </a:lnTo>
                <a:lnTo>
                  <a:pt x="11875" y="12921"/>
                </a:lnTo>
                <a:lnTo>
                  <a:pt x="12118" y="13116"/>
                </a:lnTo>
                <a:lnTo>
                  <a:pt x="12240" y="13238"/>
                </a:lnTo>
                <a:lnTo>
                  <a:pt x="12362" y="13359"/>
                </a:lnTo>
                <a:lnTo>
                  <a:pt x="11997" y="13505"/>
                </a:lnTo>
                <a:lnTo>
                  <a:pt x="11826" y="13554"/>
                </a:lnTo>
                <a:lnTo>
                  <a:pt x="11680" y="13384"/>
                </a:lnTo>
                <a:lnTo>
                  <a:pt x="11510" y="13213"/>
                </a:lnTo>
                <a:lnTo>
                  <a:pt x="11315" y="13067"/>
                </a:lnTo>
                <a:lnTo>
                  <a:pt x="11121" y="12946"/>
                </a:lnTo>
                <a:lnTo>
                  <a:pt x="11072" y="12946"/>
                </a:lnTo>
                <a:lnTo>
                  <a:pt x="11023" y="12970"/>
                </a:lnTo>
                <a:lnTo>
                  <a:pt x="10999" y="12994"/>
                </a:lnTo>
                <a:lnTo>
                  <a:pt x="10999" y="13043"/>
                </a:lnTo>
                <a:lnTo>
                  <a:pt x="11072" y="13213"/>
                </a:lnTo>
                <a:lnTo>
                  <a:pt x="11145" y="13359"/>
                </a:lnTo>
                <a:lnTo>
                  <a:pt x="11364" y="13651"/>
                </a:lnTo>
                <a:lnTo>
                  <a:pt x="11169" y="13651"/>
                </a:lnTo>
                <a:lnTo>
                  <a:pt x="11072" y="13481"/>
                </a:lnTo>
                <a:lnTo>
                  <a:pt x="10999" y="13286"/>
                </a:lnTo>
                <a:lnTo>
                  <a:pt x="10950" y="13213"/>
                </a:lnTo>
                <a:lnTo>
                  <a:pt x="10877" y="13165"/>
                </a:lnTo>
                <a:lnTo>
                  <a:pt x="10780" y="13116"/>
                </a:lnTo>
                <a:lnTo>
                  <a:pt x="10731" y="13116"/>
                </a:lnTo>
                <a:lnTo>
                  <a:pt x="10707" y="13140"/>
                </a:lnTo>
                <a:lnTo>
                  <a:pt x="10658" y="13213"/>
                </a:lnTo>
                <a:lnTo>
                  <a:pt x="10634" y="13311"/>
                </a:lnTo>
                <a:lnTo>
                  <a:pt x="10634" y="13408"/>
                </a:lnTo>
                <a:lnTo>
                  <a:pt x="10658" y="13481"/>
                </a:lnTo>
                <a:lnTo>
                  <a:pt x="10683" y="13627"/>
                </a:lnTo>
                <a:lnTo>
                  <a:pt x="10415" y="13603"/>
                </a:lnTo>
                <a:lnTo>
                  <a:pt x="10172" y="13530"/>
                </a:lnTo>
                <a:lnTo>
                  <a:pt x="9904" y="13457"/>
                </a:lnTo>
                <a:lnTo>
                  <a:pt x="9661" y="13359"/>
                </a:lnTo>
                <a:lnTo>
                  <a:pt x="9442" y="13238"/>
                </a:lnTo>
                <a:lnTo>
                  <a:pt x="9198" y="13092"/>
                </a:lnTo>
                <a:lnTo>
                  <a:pt x="8979" y="12946"/>
                </a:lnTo>
                <a:lnTo>
                  <a:pt x="8785" y="12775"/>
                </a:lnTo>
                <a:lnTo>
                  <a:pt x="8590" y="12581"/>
                </a:lnTo>
                <a:lnTo>
                  <a:pt x="8420" y="12386"/>
                </a:lnTo>
                <a:lnTo>
                  <a:pt x="8249" y="12167"/>
                </a:lnTo>
                <a:lnTo>
                  <a:pt x="8103" y="11948"/>
                </a:lnTo>
                <a:lnTo>
                  <a:pt x="7957" y="11705"/>
                </a:lnTo>
                <a:lnTo>
                  <a:pt x="7836" y="11461"/>
                </a:lnTo>
                <a:lnTo>
                  <a:pt x="7738" y="11218"/>
                </a:lnTo>
                <a:lnTo>
                  <a:pt x="7665" y="10950"/>
                </a:lnTo>
                <a:lnTo>
                  <a:pt x="7592" y="10610"/>
                </a:lnTo>
                <a:lnTo>
                  <a:pt x="7568" y="10245"/>
                </a:lnTo>
                <a:lnTo>
                  <a:pt x="7568" y="9880"/>
                </a:lnTo>
                <a:lnTo>
                  <a:pt x="7617" y="9539"/>
                </a:lnTo>
                <a:lnTo>
                  <a:pt x="7714" y="9174"/>
                </a:lnTo>
                <a:lnTo>
                  <a:pt x="7811" y="8834"/>
                </a:lnTo>
                <a:lnTo>
                  <a:pt x="7957" y="8517"/>
                </a:lnTo>
                <a:lnTo>
                  <a:pt x="8152" y="8201"/>
                </a:lnTo>
                <a:lnTo>
                  <a:pt x="8274" y="8006"/>
                </a:lnTo>
                <a:lnTo>
                  <a:pt x="8444" y="7812"/>
                </a:lnTo>
                <a:lnTo>
                  <a:pt x="8590" y="7641"/>
                </a:lnTo>
                <a:lnTo>
                  <a:pt x="8785" y="7471"/>
                </a:lnTo>
                <a:lnTo>
                  <a:pt x="9150" y="7179"/>
                </a:lnTo>
                <a:lnTo>
                  <a:pt x="9539" y="6936"/>
                </a:lnTo>
                <a:lnTo>
                  <a:pt x="9588" y="6984"/>
                </a:lnTo>
                <a:lnTo>
                  <a:pt x="9661" y="7033"/>
                </a:lnTo>
                <a:lnTo>
                  <a:pt x="9758" y="7057"/>
                </a:lnTo>
                <a:lnTo>
                  <a:pt x="9855" y="7033"/>
                </a:lnTo>
                <a:lnTo>
                  <a:pt x="10074" y="6960"/>
                </a:lnTo>
                <a:lnTo>
                  <a:pt x="10318" y="6911"/>
                </a:lnTo>
                <a:lnTo>
                  <a:pt x="10561" y="6863"/>
                </a:lnTo>
                <a:lnTo>
                  <a:pt x="10804" y="6863"/>
                </a:lnTo>
                <a:lnTo>
                  <a:pt x="11048" y="6838"/>
                </a:lnTo>
                <a:close/>
                <a:moveTo>
                  <a:pt x="2166" y="12410"/>
                </a:moveTo>
                <a:lnTo>
                  <a:pt x="2385" y="12435"/>
                </a:lnTo>
                <a:lnTo>
                  <a:pt x="2556" y="12483"/>
                </a:lnTo>
                <a:lnTo>
                  <a:pt x="2726" y="12605"/>
                </a:lnTo>
                <a:lnTo>
                  <a:pt x="2872" y="12727"/>
                </a:lnTo>
                <a:lnTo>
                  <a:pt x="3018" y="12897"/>
                </a:lnTo>
                <a:lnTo>
                  <a:pt x="3140" y="13092"/>
                </a:lnTo>
                <a:lnTo>
                  <a:pt x="2312" y="13530"/>
                </a:lnTo>
                <a:lnTo>
                  <a:pt x="2166" y="13603"/>
                </a:lnTo>
                <a:lnTo>
                  <a:pt x="1947" y="13773"/>
                </a:lnTo>
                <a:lnTo>
                  <a:pt x="1826" y="13846"/>
                </a:lnTo>
                <a:lnTo>
                  <a:pt x="1753" y="13943"/>
                </a:lnTo>
                <a:lnTo>
                  <a:pt x="1728" y="14041"/>
                </a:lnTo>
                <a:lnTo>
                  <a:pt x="1753" y="14065"/>
                </a:lnTo>
                <a:lnTo>
                  <a:pt x="1777" y="14089"/>
                </a:lnTo>
                <a:lnTo>
                  <a:pt x="1899" y="14162"/>
                </a:lnTo>
                <a:lnTo>
                  <a:pt x="2045" y="14162"/>
                </a:lnTo>
                <a:lnTo>
                  <a:pt x="2191" y="14114"/>
                </a:lnTo>
                <a:lnTo>
                  <a:pt x="2337" y="14065"/>
                </a:lnTo>
                <a:lnTo>
                  <a:pt x="2629" y="13919"/>
                </a:lnTo>
                <a:lnTo>
                  <a:pt x="2872" y="13773"/>
                </a:lnTo>
                <a:lnTo>
                  <a:pt x="3334" y="13530"/>
                </a:lnTo>
                <a:lnTo>
                  <a:pt x="3407" y="13895"/>
                </a:lnTo>
                <a:lnTo>
                  <a:pt x="3432" y="14235"/>
                </a:lnTo>
                <a:lnTo>
                  <a:pt x="3407" y="14381"/>
                </a:lnTo>
                <a:lnTo>
                  <a:pt x="3383" y="14552"/>
                </a:lnTo>
                <a:lnTo>
                  <a:pt x="3334" y="14698"/>
                </a:lnTo>
                <a:lnTo>
                  <a:pt x="3261" y="14819"/>
                </a:lnTo>
                <a:lnTo>
                  <a:pt x="3188" y="14941"/>
                </a:lnTo>
                <a:lnTo>
                  <a:pt x="3067" y="15063"/>
                </a:lnTo>
                <a:lnTo>
                  <a:pt x="2969" y="15160"/>
                </a:lnTo>
                <a:lnTo>
                  <a:pt x="2848" y="15233"/>
                </a:lnTo>
                <a:lnTo>
                  <a:pt x="2702" y="15330"/>
                </a:lnTo>
                <a:lnTo>
                  <a:pt x="2580" y="15379"/>
                </a:lnTo>
                <a:lnTo>
                  <a:pt x="2288" y="15476"/>
                </a:lnTo>
                <a:lnTo>
                  <a:pt x="2118" y="15476"/>
                </a:lnTo>
                <a:lnTo>
                  <a:pt x="1972" y="15501"/>
                </a:lnTo>
                <a:lnTo>
                  <a:pt x="1826" y="15476"/>
                </a:lnTo>
                <a:lnTo>
                  <a:pt x="1655" y="15452"/>
                </a:lnTo>
                <a:lnTo>
                  <a:pt x="1509" y="15403"/>
                </a:lnTo>
                <a:lnTo>
                  <a:pt x="1363" y="15355"/>
                </a:lnTo>
                <a:lnTo>
                  <a:pt x="1242" y="15282"/>
                </a:lnTo>
                <a:lnTo>
                  <a:pt x="1120" y="15184"/>
                </a:lnTo>
                <a:lnTo>
                  <a:pt x="1023" y="15087"/>
                </a:lnTo>
                <a:lnTo>
                  <a:pt x="925" y="14965"/>
                </a:lnTo>
                <a:lnTo>
                  <a:pt x="779" y="14722"/>
                </a:lnTo>
                <a:lnTo>
                  <a:pt x="658" y="14430"/>
                </a:lnTo>
                <a:lnTo>
                  <a:pt x="609" y="14138"/>
                </a:lnTo>
                <a:lnTo>
                  <a:pt x="609" y="13822"/>
                </a:lnTo>
                <a:lnTo>
                  <a:pt x="658" y="13530"/>
                </a:lnTo>
                <a:lnTo>
                  <a:pt x="706" y="13384"/>
                </a:lnTo>
                <a:lnTo>
                  <a:pt x="779" y="13238"/>
                </a:lnTo>
                <a:lnTo>
                  <a:pt x="852" y="13092"/>
                </a:lnTo>
                <a:lnTo>
                  <a:pt x="950" y="12970"/>
                </a:lnTo>
                <a:lnTo>
                  <a:pt x="1193" y="12727"/>
                </a:lnTo>
                <a:lnTo>
                  <a:pt x="1436" y="12532"/>
                </a:lnTo>
                <a:lnTo>
                  <a:pt x="1509" y="12581"/>
                </a:lnTo>
                <a:lnTo>
                  <a:pt x="1582" y="12605"/>
                </a:lnTo>
                <a:lnTo>
                  <a:pt x="1655" y="12605"/>
                </a:lnTo>
                <a:lnTo>
                  <a:pt x="1728" y="12581"/>
                </a:lnTo>
                <a:lnTo>
                  <a:pt x="1972" y="12459"/>
                </a:lnTo>
                <a:lnTo>
                  <a:pt x="2166" y="12410"/>
                </a:lnTo>
                <a:close/>
                <a:moveTo>
                  <a:pt x="10950" y="17496"/>
                </a:moveTo>
                <a:lnTo>
                  <a:pt x="11194" y="17569"/>
                </a:lnTo>
                <a:lnTo>
                  <a:pt x="11413" y="17666"/>
                </a:lnTo>
                <a:lnTo>
                  <a:pt x="11632" y="17812"/>
                </a:lnTo>
                <a:lnTo>
                  <a:pt x="11802" y="17958"/>
                </a:lnTo>
                <a:lnTo>
                  <a:pt x="11948" y="18153"/>
                </a:lnTo>
                <a:lnTo>
                  <a:pt x="12094" y="18372"/>
                </a:lnTo>
                <a:lnTo>
                  <a:pt x="12167" y="18615"/>
                </a:lnTo>
                <a:lnTo>
                  <a:pt x="12240" y="18883"/>
                </a:lnTo>
                <a:lnTo>
                  <a:pt x="12240" y="19077"/>
                </a:lnTo>
                <a:lnTo>
                  <a:pt x="12240" y="19248"/>
                </a:lnTo>
                <a:lnTo>
                  <a:pt x="12216" y="19418"/>
                </a:lnTo>
                <a:lnTo>
                  <a:pt x="12167" y="19588"/>
                </a:lnTo>
                <a:lnTo>
                  <a:pt x="12094" y="19734"/>
                </a:lnTo>
                <a:lnTo>
                  <a:pt x="12021" y="19880"/>
                </a:lnTo>
                <a:lnTo>
                  <a:pt x="11924" y="20002"/>
                </a:lnTo>
                <a:lnTo>
                  <a:pt x="11826" y="20124"/>
                </a:lnTo>
                <a:lnTo>
                  <a:pt x="11705" y="20245"/>
                </a:lnTo>
                <a:lnTo>
                  <a:pt x="11559" y="20343"/>
                </a:lnTo>
                <a:lnTo>
                  <a:pt x="11413" y="20416"/>
                </a:lnTo>
                <a:lnTo>
                  <a:pt x="11267" y="20489"/>
                </a:lnTo>
                <a:lnTo>
                  <a:pt x="11121" y="20562"/>
                </a:lnTo>
                <a:lnTo>
                  <a:pt x="10950" y="20610"/>
                </a:lnTo>
                <a:lnTo>
                  <a:pt x="10780" y="20635"/>
                </a:lnTo>
                <a:lnTo>
                  <a:pt x="10610" y="20659"/>
                </a:lnTo>
                <a:lnTo>
                  <a:pt x="10439" y="20635"/>
                </a:lnTo>
                <a:lnTo>
                  <a:pt x="10293" y="20610"/>
                </a:lnTo>
                <a:lnTo>
                  <a:pt x="10147" y="20586"/>
                </a:lnTo>
                <a:lnTo>
                  <a:pt x="10001" y="20513"/>
                </a:lnTo>
                <a:lnTo>
                  <a:pt x="9855" y="20464"/>
                </a:lnTo>
                <a:lnTo>
                  <a:pt x="9734" y="20367"/>
                </a:lnTo>
                <a:lnTo>
                  <a:pt x="9612" y="20270"/>
                </a:lnTo>
                <a:lnTo>
                  <a:pt x="9515" y="20148"/>
                </a:lnTo>
                <a:lnTo>
                  <a:pt x="9320" y="19905"/>
                </a:lnTo>
                <a:lnTo>
                  <a:pt x="9198" y="19637"/>
                </a:lnTo>
                <a:lnTo>
                  <a:pt x="9101" y="19345"/>
                </a:lnTo>
                <a:lnTo>
                  <a:pt x="9101" y="19175"/>
                </a:lnTo>
                <a:lnTo>
                  <a:pt x="9077" y="19029"/>
                </a:lnTo>
                <a:lnTo>
                  <a:pt x="9101" y="18883"/>
                </a:lnTo>
                <a:lnTo>
                  <a:pt x="9125" y="18712"/>
                </a:lnTo>
                <a:lnTo>
                  <a:pt x="9174" y="18566"/>
                </a:lnTo>
                <a:lnTo>
                  <a:pt x="9247" y="18420"/>
                </a:lnTo>
                <a:lnTo>
                  <a:pt x="9417" y="18177"/>
                </a:lnTo>
                <a:lnTo>
                  <a:pt x="9612" y="17934"/>
                </a:lnTo>
                <a:lnTo>
                  <a:pt x="9782" y="17812"/>
                </a:lnTo>
                <a:lnTo>
                  <a:pt x="9953" y="17690"/>
                </a:lnTo>
                <a:lnTo>
                  <a:pt x="10147" y="17617"/>
                </a:lnTo>
                <a:lnTo>
                  <a:pt x="10342" y="17544"/>
                </a:lnTo>
                <a:lnTo>
                  <a:pt x="10342" y="17544"/>
                </a:lnTo>
                <a:lnTo>
                  <a:pt x="10318" y="18323"/>
                </a:lnTo>
                <a:lnTo>
                  <a:pt x="10342" y="18688"/>
                </a:lnTo>
                <a:lnTo>
                  <a:pt x="10342" y="18883"/>
                </a:lnTo>
                <a:lnTo>
                  <a:pt x="10391" y="19053"/>
                </a:lnTo>
                <a:lnTo>
                  <a:pt x="10439" y="19150"/>
                </a:lnTo>
                <a:lnTo>
                  <a:pt x="10488" y="19199"/>
                </a:lnTo>
                <a:lnTo>
                  <a:pt x="10561" y="19223"/>
                </a:lnTo>
                <a:lnTo>
                  <a:pt x="10707" y="19223"/>
                </a:lnTo>
                <a:lnTo>
                  <a:pt x="10756" y="19199"/>
                </a:lnTo>
                <a:lnTo>
                  <a:pt x="10829" y="19150"/>
                </a:lnTo>
                <a:lnTo>
                  <a:pt x="10853" y="19053"/>
                </a:lnTo>
                <a:lnTo>
                  <a:pt x="10926" y="18688"/>
                </a:lnTo>
                <a:lnTo>
                  <a:pt x="10950" y="18299"/>
                </a:lnTo>
                <a:lnTo>
                  <a:pt x="10950" y="17885"/>
                </a:lnTo>
                <a:lnTo>
                  <a:pt x="10950" y="17496"/>
                </a:lnTo>
                <a:close/>
                <a:moveTo>
                  <a:pt x="17861" y="1"/>
                </a:moveTo>
                <a:lnTo>
                  <a:pt x="17715" y="25"/>
                </a:lnTo>
                <a:lnTo>
                  <a:pt x="17447" y="98"/>
                </a:lnTo>
                <a:lnTo>
                  <a:pt x="17204" y="171"/>
                </a:lnTo>
                <a:lnTo>
                  <a:pt x="17009" y="293"/>
                </a:lnTo>
                <a:lnTo>
                  <a:pt x="16839" y="415"/>
                </a:lnTo>
                <a:lnTo>
                  <a:pt x="16668" y="585"/>
                </a:lnTo>
                <a:lnTo>
                  <a:pt x="16522" y="755"/>
                </a:lnTo>
                <a:lnTo>
                  <a:pt x="16401" y="950"/>
                </a:lnTo>
                <a:lnTo>
                  <a:pt x="16303" y="1145"/>
                </a:lnTo>
                <a:lnTo>
                  <a:pt x="16230" y="1363"/>
                </a:lnTo>
                <a:lnTo>
                  <a:pt x="16157" y="1558"/>
                </a:lnTo>
                <a:lnTo>
                  <a:pt x="16109" y="1801"/>
                </a:lnTo>
                <a:lnTo>
                  <a:pt x="16084" y="2020"/>
                </a:lnTo>
                <a:lnTo>
                  <a:pt x="16084" y="2239"/>
                </a:lnTo>
                <a:lnTo>
                  <a:pt x="16109" y="2483"/>
                </a:lnTo>
                <a:lnTo>
                  <a:pt x="16157" y="2702"/>
                </a:lnTo>
                <a:lnTo>
                  <a:pt x="16206" y="2921"/>
                </a:lnTo>
                <a:lnTo>
                  <a:pt x="16352" y="3334"/>
                </a:lnTo>
                <a:lnTo>
                  <a:pt x="16449" y="3578"/>
                </a:lnTo>
                <a:lnTo>
                  <a:pt x="16571" y="3821"/>
                </a:lnTo>
                <a:lnTo>
                  <a:pt x="16206" y="4259"/>
                </a:lnTo>
                <a:lnTo>
                  <a:pt x="15792" y="4697"/>
                </a:lnTo>
                <a:lnTo>
                  <a:pt x="15062" y="5378"/>
                </a:lnTo>
                <a:lnTo>
                  <a:pt x="14308" y="6060"/>
                </a:lnTo>
                <a:lnTo>
                  <a:pt x="13773" y="6522"/>
                </a:lnTo>
                <a:lnTo>
                  <a:pt x="13651" y="6644"/>
                </a:lnTo>
                <a:lnTo>
                  <a:pt x="13530" y="6765"/>
                </a:lnTo>
                <a:lnTo>
                  <a:pt x="13432" y="6911"/>
                </a:lnTo>
                <a:lnTo>
                  <a:pt x="13384" y="7057"/>
                </a:lnTo>
                <a:lnTo>
                  <a:pt x="13043" y="6838"/>
                </a:lnTo>
                <a:lnTo>
                  <a:pt x="12678" y="6644"/>
                </a:lnTo>
                <a:lnTo>
                  <a:pt x="12289" y="6498"/>
                </a:lnTo>
                <a:lnTo>
                  <a:pt x="11899" y="6400"/>
                </a:lnTo>
                <a:lnTo>
                  <a:pt x="11510" y="6303"/>
                </a:lnTo>
                <a:lnTo>
                  <a:pt x="11096" y="6279"/>
                </a:lnTo>
                <a:lnTo>
                  <a:pt x="10683" y="6279"/>
                </a:lnTo>
                <a:lnTo>
                  <a:pt x="10269" y="6327"/>
                </a:lnTo>
                <a:lnTo>
                  <a:pt x="10245" y="6303"/>
                </a:lnTo>
                <a:lnTo>
                  <a:pt x="9977" y="6303"/>
                </a:lnTo>
                <a:lnTo>
                  <a:pt x="9758" y="6352"/>
                </a:lnTo>
                <a:lnTo>
                  <a:pt x="9563" y="6400"/>
                </a:lnTo>
                <a:lnTo>
                  <a:pt x="9369" y="6473"/>
                </a:lnTo>
                <a:lnTo>
                  <a:pt x="9174" y="6546"/>
                </a:lnTo>
                <a:lnTo>
                  <a:pt x="8979" y="6668"/>
                </a:lnTo>
                <a:lnTo>
                  <a:pt x="8639" y="6911"/>
                </a:lnTo>
                <a:lnTo>
                  <a:pt x="8468" y="6668"/>
                </a:lnTo>
                <a:lnTo>
                  <a:pt x="8274" y="6425"/>
                </a:lnTo>
                <a:lnTo>
                  <a:pt x="7884" y="5987"/>
                </a:lnTo>
                <a:lnTo>
                  <a:pt x="6838" y="4770"/>
                </a:lnTo>
                <a:lnTo>
                  <a:pt x="6984" y="4648"/>
                </a:lnTo>
                <a:lnTo>
                  <a:pt x="7106" y="4502"/>
                </a:lnTo>
                <a:lnTo>
                  <a:pt x="7252" y="4308"/>
                </a:lnTo>
                <a:lnTo>
                  <a:pt x="7349" y="4113"/>
                </a:lnTo>
                <a:lnTo>
                  <a:pt x="7398" y="3894"/>
                </a:lnTo>
                <a:lnTo>
                  <a:pt x="7446" y="3675"/>
                </a:lnTo>
                <a:lnTo>
                  <a:pt x="7446" y="3456"/>
                </a:lnTo>
                <a:lnTo>
                  <a:pt x="7446" y="3213"/>
                </a:lnTo>
                <a:lnTo>
                  <a:pt x="7422" y="2994"/>
                </a:lnTo>
                <a:lnTo>
                  <a:pt x="7373" y="2775"/>
                </a:lnTo>
                <a:lnTo>
                  <a:pt x="7252" y="2312"/>
                </a:lnTo>
                <a:lnTo>
                  <a:pt x="7154" y="2093"/>
                </a:lnTo>
                <a:lnTo>
                  <a:pt x="7057" y="1899"/>
                </a:lnTo>
                <a:lnTo>
                  <a:pt x="6936" y="1704"/>
                </a:lnTo>
                <a:lnTo>
                  <a:pt x="6814" y="1509"/>
                </a:lnTo>
                <a:lnTo>
                  <a:pt x="6644" y="1339"/>
                </a:lnTo>
                <a:lnTo>
                  <a:pt x="6473" y="1193"/>
                </a:lnTo>
                <a:lnTo>
                  <a:pt x="6254" y="1072"/>
                </a:lnTo>
                <a:lnTo>
                  <a:pt x="6035" y="1023"/>
                </a:lnTo>
                <a:lnTo>
                  <a:pt x="5792" y="999"/>
                </a:lnTo>
                <a:lnTo>
                  <a:pt x="5573" y="1047"/>
                </a:lnTo>
                <a:lnTo>
                  <a:pt x="5354" y="999"/>
                </a:lnTo>
                <a:lnTo>
                  <a:pt x="5135" y="999"/>
                </a:lnTo>
                <a:lnTo>
                  <a:pt x="4940" y="1047"/>
                </a:lnTo>
                <a:lnTo>
                  <a:pt x="4770" y="1096"/>
                </a:lnTo>
                <a:lnTo>
                  <a:pt x="4575" y="1193"/>
                </a:lnTo>
                <a:lnTo>
                  <a:pt x="4429" y="1290"/>
                </a:lnTo>
                <a:lnTo>
                  <a:pt x="4259" y="1436"/>
                </a:lnTo>
                <a:lnTo>
                  <a:pt x="4113" y="1582"/>
                </a:lnTo>
                <a:lnTo>
                  <a:pt x="3991" y="1753"/>
                </a:lnTo>
                <a:lnTo>
                  <a:pt x="3870" y="1923"/>
                </a:lnTo>
                <a:lnTo>
                  <a:pt x="3772" y="2118"/>
                </a:lnTo>
                <a:lnTo>
                  <a:pt x="3675" y="2288"/>
                </a:lnTo>
                <a:lnTo>
                  <a:pt x="3602" y="2507"/>
                </a:lnTo>
                <a:lnTo>
                  <a:pt x="3529" y="2702"/>
                </a:lnTo>
                <a:lnTo>
                  <a:pt x="3505" y="2896"/>
                </a:lnTo>
                <a:lnTo>
                  <a:pt x="3480" y="3091"/>
                </a:lnTo>
                <a:lnTo>
                  <a:pt x="3456" y="3334"/>
                </a:lnTo>
                <a:lnTo>
                  <a:pt x="3480" y="3578"/>
                </a:lnTo>
                <a:lnTo>
                  <a:pt x="3529" y="3821"/>
                </a:lnTo>
                <a:lnTo>
                  <a:pt x="3578" y="4016"/>
                </a:lnTo>
                <a:lnTo>
                  <a:pt x="3675" y="4235"/>
                </a:lnTo>
                <a:lnTo>
                  <a:pt x="3772" y="4405"/>
                </a:lnTo>
                <a:lnTo>
                  <a:pt x="3894" y="4575"/>
                </a:lnTo>
                <a:lnTo>
                  <a:pt x="4040" y="4721"/>
                </a:lnTo>
                <a:lnTo>
                  <a:pt x="4210" y="4867"/>
                </a:lnTo>
                <a:lnTo>
                  <a:pt x="4381" y="4965"/>
                </a:lnTo>
                <a:lnTo>
                  <a:pt x="4575" y="5062"/>
                </a:lnTo>
                <a:lnTo>
                  <a:pt x="4770" y="5135"/>
                </a:lnTo>
                <a:lnTo>
                  <a:pt x="4989" y="5208"/>
                </a:lnTo>
                <a:lnTo>
                  <a:pt x="5232" y="5232"/>
                </a:lnTo>
                <a:lnTo>
                  <a:pt x="5719" y="5232"/>
                </a:lnTo>
                <a:lnTo>
                  <a:pt x="5889" y="5184"/>
                </a:lnTo>
                <a:lnTo>
                  <a:pt x="6084" y="5159"/>
                </a:lnTo>
                <a:lnTo>
                  <a:pt x="6400" y="5038"/>
                </a:lnTo>
                <a:lnTo>
                  <a:pt x="6838" y="5573"/>
                </a:lnTo>
                <a:lnTo>
                  <a:pt x="7276" y="6084"/>
                </a:lnTo>
                <a:lnTo>
                  <a:pt x="7738" y="6692"/>
                </a:lnTo>
                <a:lnTo>
                  <a:pt x="7982" y="6984"/>
                </a:lnTo>
                <a:lnTo>
                  <a:pt x="8103" y="7106"/>
                </a:lnTo>
                <a:lnTo>
                  <a:pt x="8249" y="7228"/>
                </a:lnTo>
                <a:lnTo>
                  <a:pt x="7982" y="7520"/>
                </a:lnTo>
                <a:lnTo>
                  <a:pt x="7738" y="7812"/>
                </a:lnTo>
                <a:lnTo>
                  <a:pt x="7519" y="8152"/>
                </a:lnTo>
                <a:lnTo>
                  <a:pt x="7325" y="8517"/>
                </a:lnTo>
                <a:lnTo>
                  <a:pt x="7179" y="8907"/>
                </a:lnTo>
                <a:lnTo>
                  <a:pt x="7081" y="9320"/>
                </a:lnTo>
                <a:lnTo>
                  <a:pt x="7009" y="9734"/>
                </a:lnTo>
                <a:lnTo>
                  <a:pt x="7009" y="10147"/>
                </a:lnTo>
                <a:lnTo>
                  <a:pt x="7009" y="10561"/>
                </a:lnTo>
                <a:lnTo>
                  <a:pt x="7081" y="10975"/>
                </a:lnTo>
                <a:lnTo>
                  <a:pt x="7154" y="11340"/>
                </a:lnTo>
                <a:lnTo>
                  <a:pt x="6984" y="11364"/>
                </a:lnTo>
                <a:lnTo>
                  <a:pt x="6814" y="11413"/>
                </a:lnTo>
                <a:lnTo>
                  <a:pt x="6449" y="11559"/>
                </a:lnTo>
                <a:lnTo>
                  <a:pt x="5792" y="11851"/>
                </a:lnTo>
                <a:lnTo>
                  <a:pt x="4916" y="12216"/>
                </a:lnTo>
                <a:lnTo>
                  <a:pt x="4064" y="12605"/>
                </a:lnTo>
                <a:lnTo>
                  <a:pt x="3602" y="12848"/>
                </a:lnTo>
                <a:lnTo>
                  <a:pt x="3432" y="12629"/>
                </a:lnTo>
                <a:lnTo>
                  <a:pt x="3261" y="12435"/>
                </a:lnTo>
                <a:lnTo>
                  <a:pt x="3091" y="12264"/>
                </a:lnTo>
                <a:lnTo>
                  <a:pt x="2872" y="12118"/>
                </a:lnTo>
                <a:lnTo>
                  <a:pt x="2653" y="12021"/>
                </a:lnTo>
                <a:lnTo>
                  <a:pt x="2434" y="11948"/>
                </a:lnTo>
                <a:lnTo>
                  <a:pt x="2191" y="11924"/>
                </a:lnTo>
                <a:lnTo>
                  <a:pt x="1923" y="11948"/>
                </a:lnTo>
                <a:lnTo>
                  <a:pt x="1777" y="11924"/>
                </a:lnTo>
                <a:lnTo>
                  <a:pt x="1631" y="11948"/>
                </a:lnTo>
                <a:lnTo>
                  <a:pt x="1461" y="11972"/>
                </a:lnTo>
                <a:lnTo>
                  <a:pt x="1315" y="12045"/>
                </a:lnTo>
                <a:lnTo>
                  <a:pt x="1023" y="12191"/>
                </a:lnTo>
                <a:lnTo>
                  <a:pt x="804" y="12386"/>
                </a:lnTo>
                <a:lnTo>
                  <a:pt x="633" y="12532"/>
                </a:lnTo>
                <a:lnTo>
                  <a:pt x="487" y="12678"/>
                </a:lnTo>
                <a:lnTo>
                  <a:pt x="366" y="12848"/>
                </a:lnTo>
                <a:lnTo>
                  <a:pt x="268" y="13043"/>
                </a:lnTo>
                <a:lnTo>
                  <a:pt x="171" y="13238"/>
                </a:lnTo>
                <a:lnTo>
                  <a:pt x="98" y="13432"/>
                </a:lnTo>
                <a:lnTo>
                  <a:pt x="49" y="13651"/>
                </a:lnTo>
                <a:lnTo>
                  <a:pt x="25" y="13846"/>
                </a:lnTo>
                <a:lnTo>
                  <a:pt x="1" y="14089"/>
                </a:lnTo>
                <a:lnTo>
                  <a:pt x="25" y="14308"/>
                </a:lnTo>
                <a:lnTo>
                  <a:pt x="74" y="14503"/>
                </a:lnTo>
                <a:lnTo>
                  <a:pt x="122" y="14722"/>
                </a:lnTo>
                <a:lnTo>
                  <a:pt x="195" y="14917"/>
                </a:lnTo>
                <a:lnTo>
                  <a:pt x="317" y="15087"/>
                </a:lnTo>
                <a:lnTo>
                  <a:pt x="439" y="15257"/>
                </a:lnTo>
                <a:lnTo>
                  <a:pt x="560" y="15428"/>
                </a:lnTo>
                <a:lnTo>
                  <a:pt x="706" y="15574"/>
                </a:lnTo>
                <a:lnTo>
                  <a:pt x="877" y="15695"/>
                </a:lnTo>
                <a:lnTo>
                  <a:pt x="1071" y="15817"/>
                </a:lnTo>
                <a:lnTo>
                  <a:pt x="1242" y="15914"/>
                </a:lnTo>
                <a:lnTo>
                  <a:pt x="1436" y="15987"/>
                </a:lnTo>
                <a:lnTo>
                  <a:pt x="1655" y="16036"/>
                </a:lnTo>
                <a:lnTo>
                  <a:pt x="1850" y="16085"/>
                </a:lnTo>
                <a:lnTo>
                  <a:pt x="2312" y="16085"/>
                </a:lnTo>
                <a:lnTo>
                  <a:pt x="2531" y="16036"/>
                </a:lnTo>
                <a:lnTo>
                  <a:pt x="2726" y="15963"/>
                </a:lnTo>
                <a:lnTo>
                  <a:pt x="2921" y="15890"/>
                </a:lnTo>
                <a:lnTo>
                  <a:pt x="3091" y="15793"/>
                </a:lnTo>
                <a:lnTo>
                  <a:pt x="3237" y="15671"/>
                </a:lnTo>
                <a:lnTo>
                  <a:pt x="3383" y="15525"/>
                </a:lnTo>
                <a:lnTo>
                  <a:pt x="3529" y="15355"/>
                </a:lnTo>
                <a:lnTo>
                  <a:pt x="3626" y="15184"/>
                </a:lnTo>
                <a:lnTo>
                  <a:pt x="3724" y="15014"/>
                </a:lnTo>
                <a:lnTo>
                  <a:pt x="3797" y="14819"/>
                </a:lnTo>
                <a:lnTo>
                  <a:pt x="3870" y="14625"/>
                </a:lnTo>
                <a:lnTo>
                  <a:pt x="3918" y="14406"/>
                </a:lnTo>
                <a:lnTo>
                  <a:pt x="3918" y="14211"/>
                </a:lnTo>
                <a:lnTo>
                  <a:pt x="3943" y="13992"/>
                </a:lnTo>
                <a:lnTo>
                  <a:pt x="3918" y="13773"/>
                </a:lnTo>
                <a:lnTo>
                  <a:pt x="3870" y="13530"/>
                </a:lnTo>
                <a:lnTo>
                  <a:pt x="3797" y="13311"/>
                </a:lnTo>
                <a:lnTo>
                  <a:pt x="4502" y="12970"/>
                </a:lnTo>
                <a:lnTo>
                  <a:pt x="5378" y="12581"/>
                </a:lnTo>
                <a:lnTo>
                  <a:pt x="6254" y="12216"/>
                </a:lnTo>
                <a:lnTo>
                  <a:pt x="6522" y="12118"/>
                </a:lnTo>
                <a:lnTo>
                  <a:pt x="6790" y="12021"/>
                </a:lnTo>
                <a:lnTo>
                  <a:pt x="7081" y="11924"/>
                </a:lnTo>
                <a:lnTo>
                  <a:pt x="7203" y="11851"/>
                </a:lnTo>
                <a:lnTo>
                  <a:pt x="7325" y="11778"/>
                </a:lnTo>
                <a:lnTo>
                  <a:pt x="7422" y="12021"/>
                </a:lnTo>
                <a:lnTo>
                  <a:pt x="7544" y="12240"/>
                </a:lnTo>
                <a:lnTo>
                  <a:pt x="7690" y="12459"/>
                </a:lnTo>
                <a:lnTo>
                  <a:pt x="7836" y="12678"/>
                </a:lnTo>
                <a:lnTo>
                  <a:pt x="8006" y="12873"/>
                </a:lnTo>
                <a:lnTo>
                  <a:pt x="8176" y="13043"/>
                </a:lnTo>
                <a:lnTo>
                  <a:pt x="8371" y="13213"/>
                </a:lnTo>
                <a:lnTo>
                  <a:pt x="8566" y="13384"/>
                </a:lnTo>
                <a:lnTo>
                  <a:pt x="8785" y="13530"/>
                </a:lnTo>
                <a:lnTo>
                  <a:pt x="9004" y="13651"/>
                </a:lnTo>
                <a:lnTo>
                  <a:pt x="9223" y="13773"/>
                </a:lnTo>
                <a:lnTo>
                  <a:pt x="9466" y="13870"/>
                </a:lnTo>
                <a:lnTo>
                  <a:pt x="9685" y="13968"/>
                </a:lnTo>
                <a:lnTo>
                  <a:pt x="9928" y="14041"/>
                </a:lnTo>
                <a:lnTo>
                  <a:pt x="10196" y="14114"/>
                </a:lnTo>
                <a:lnTo>
                  <a:pt x="10439" y="14162"/>
                </a:lnTo>
                <a:lnTo>
                  <a:pt x="10391" y="14308"/>
                </a:lnTo>
                <a:lnTo>
                  <a:pt x="10366" y="14454"/>
                </a:lnTo>
                <a:lnTo>
                  <a:pt x="10342" y="14844"/>
                </a:lnTo>
                <a:lnTo>
                  <a:pt x="10342" y="15209"/>
                </a:lnTo>
                <a:lnTo>
                  <a:pt x="10342" y="15963"/>
                </a:lnTo>
                <a:lnTo>
                  <a:pt x="10342" y="16936"/>
                </a:lnTo>
                <a:lnTo>
                  <a:pt x="10220" y="16961"/>
                </a:lnTo>
                <a:lnTo>
                  <a:pt x="10147" y="16985"/>
                </a:lnTo>
                <a:lnTo>
                  <a:pt x="10099" y="17034"/>
                </a:lnTo>
                <a:lnTo>
                  <a:pt x="10074" y="17082"/>
                </a:lnTo>
                <a:lnTo>
                  <a:pt x="10050" y="17155"/>
                </a:lnTo>
                <a:lnTo>
                  <a:pt x="9758" y="17253"/>
                </a:lnTo>
                <a:lnTo>
                  <a:pt x="9490" y="17399"/>
                </a:lnTo>
                <a:lnTo>
                  <a:pt x="9247" y="17569"/>
                </a:lnTo>
                <a:lnTo>
                  <a:pt x="9028" y="17763"/>
                </a:lnTo>
                <a:lnTo>
                  <a:pt x="8833" y="18007"/>
                </a:lnTo>
                <a:lnTo>
                  <a:pt x="8687" y="18299"/>
                </a:lnTo>
                <a:lnTo>
                  <a:pt x="8590" y="18591"/>
                </a:lnTo>
                <a:lnTo>
                  <a:pt x="8517" y="18907"/>
                </a:lnTo>
                <a:lnTo>
                  <a:pt x="8517" y="19126"/>
                </a:lnTo>
                <a:lnTo>
                  <a:pt x="8517" y="19345"/>
                </a:lnTo>
                <a:lnTo>
                  <a:pt x="8566" y="19564"/>
                </a:lnTo>
                <a:lnTo>
                  <a:pt x="8614" y="19783"/>
                </a:lnTo>
                <a:lnTo>
                  <a:pt x="8712" y="19978"/>
                </a:lnTo>
                <a:lnTo>
                  <a:pt x="8809" y="20172"/>
                </a:lnTo>
                <a:lnTo>
                  <a:pt x="8931" y="20343"/>
                </a:lnTo>
                <a:lnTo>
                  <a:pt x="9052" y="20513"/>
                </a:lnTo>
                <a:lnTo>
                  <a:pt x="9198" y="20659"/>
                </a:lnTo>
                <a:lnTo>
                  <a:pt x="9369" y="20805"/>
                </a:lnTo>
                <a:lnTo>
                  <a:pt x="9563" y="20927"/>
                </a:lnTo>
                <a:lnTo>
                  <a:pt x="9758" y="21024"/>
                </a:lnTo>
                <a:lnTo>
                  <a:pt x="9953" y="21121"/>
                </a:lnTo>
                <a:lnTo>
                  <a:pt x="10147" y="21170"/>
                </a:lnTo>
                <a:lnTo>
                  <a:pt x="10366" y="21219"/>
                </a:lnTo>
                <a:lnTo>
                  <a:pt x="10610" y="21243"/>
                </a:lnTo>
                <a:lnTo>
                  <a:pt x="10853" y="21243"/>
                </a:lnTo>
                <a:lnTo>
                  <a:pt x="11072" y="21194"/>
                </a:lnTo>
                <a:lnTo>
                  <a:pt x="11291" y="21146"/>
                </a:lnTo>
                <a:lnTo>
                  <a:pt x="11486" y="21073"/>
                </a:lnTo>
                <a:lnTo>
                  <a:pt x="11680" y="20975"/>
                </a:lnTo>
                <a:lnTo>
                  <a:pt x="11875" y="20854"/>
                </a:lnTo>
                <a:lnTo>
                  <a:pt x="12045" y="20708"/>
                </a:lnTo>
                <a:lnTo>
                  <a:pt x="12191" y="20537"/>
                </a:lnTo>
                <a:lnTo>
                  <a:pt x="12313" y="20367"/>
                </a:lnTo>
                <a:lnTo>
                  <a:pt x="12435" y="20172"/>
                </a:lnTo>
                <a:lnTo>
                  <a:pt x="12532" y="19978"/>
                </a:lnTo>
                <a:lnTo>
                  <a:pt x="12629" y="19783"/>
                </a:lnTo>
                <a:lnTo>
                  <a:pt x="12678" y="19564"/>
                </a:lnTo>
                <a:lnTo>
                  <a:pt x="12727" y="19345"/>
                </a:lnTo>
                <a:lnTo>
                  <a:pt x="12751" y="19126"/>
                </a:lnTo>
                <a:lnTo>
                  <a:pt x="12751" y="18883"/>
                </a:lnTo>
                <a:lnTo>
                  <a:pt x="12727" y="18712"/>
                </a:lnTo>
                <a:lnTo>
                  <a:pt x="12678" y="18518"/>
                </a:lnTo>
                <a:lnTo>
                  <a:pt x="12629" y="18347"/>
                </a:lnTo>
                <a:lnTo>
                  <a:pt x="12581" y="18177"/>
                </a:lnTo>
                <a:lnTo>
                  <a:pt x="12483" y="18031"/>
                </a:lnTo>
                <a:lnTo>
                  <a:pt x="12386" y="17885"/>
                </a:lnTo>
                <a:lnTo>
                  <a:pt x="12289" y="17739"/>
                </a:lnTo>
                <a:lnTo>
                  <a:pt x="12167" y="17617"/>
                </a:lnTo>
                <a:lnTo>
                  <a:pt x="11899" y="17374"/>
                </a:lnTo>
                <a:lnTo>
                  <a:pt x="11607" y="17180"/>
                </a:lnTo>
                <a:lnTo>
                  <a:pt x="11267" y="17058"/>
                </a:lnTo>
                <a:lnTo>
                  <a:pt x="10926" y="16961"/>
                </a:lnTo>
                <a:lnTo>
                  <a:pt x="10926" y="16717"/>
                </a:lnTo>
                <a:lnTo>
                  <a:pt x="10926" y="15598"/>
                </a:lnTo>
                <a:lnTo>
                  <a:pt x="10926" y="15014"/>
                </a:lnTo>
                <a:lnTo>
                  <a:pt x="10902" y="14649"/>
                </a:lnTo>
                <a:lnTo>
                  <a:pt x="10926" y="14454"/>
                </a:lnTo>
                <a:lnTo>
                  <a:pt x="10926" y="14381"/>
                </a:lnTo>
                <a:lnTo>
                  <a:pt x="10975" y="14308"/>
                </a:lnTo>
                <a:lnTo>
                  <a:pt x="10999" y="14211"/>
                </a:lnTo>
                <a:lnTo>
                  <a:pt x="11413" y="14187"/>
                </a:lnTo>
                <a:lnTo>
                  <a:pt x="11826" y="14114"/>
                </a:lnTo>
                <a:lnTo>
                  <a:pt x="11924" y="14114"/>
                </a:lnTo>
                <a:lnTo>
                  <a:pt x="11997" y="14089"/>
                </a:lnTo>
                <a:lnTo>
                  <a:pt x="12021" y="14065"/>
                </a:lnTo>
                <a:lnTo>
                  <a:pt x="12264" y="13992"/>
                </a:lnTo>
                <a:lnTo>
                  <a:pt x="12483" y="13919"/>
                </a:lnTo>
                <a:lnTo>
                  <a:pt x="12727" y="13822"/>
                </a:lnTo>
                <a:lnTo>
                  <a:pt x="12946" y="13700"/>
                </a:lnTo>
                <a:lnTo>
                  <a:pt x="13140" y="13578"/>
                </a:lnTo>
                <a:lnTo>
                  <a:pt x="13335" y="13432"/>
                </a:lnTo>
                <a:lnTo>
                  <a:pt x="13530" y="13286"/>
                </a:lnTo>
                <a:lnTo>
                  <a:pt x="13700" y="13116"/>
                </a:lnTo>
                <a:lnTo>
                  <a:pt x="13822" y="13140"/>
                </a:lnTo>
                <a:lnTo>
                  <a:pt x="13870" y="13116"/>
                </a:lnTo>
                <a:lnTo>
                  <a:pt x="13919" y="13067"/>
                </a:lnTo>
                <a:lnTo>
                  <a:pt x="13943" y="13043"/>
                </a:lnTo>
                <a:lnTo>
                  <a:pt x="13943" y="12970"/>
                </a:lnTo>
                <a:lnTo>
                  <a:pt x="13919" y="12921"/>
                </a:lnTo>
                <a:lnTo>
                  <a:pt x="14089" y="12727"/>
                </a:lnTo>
                <a:lnTo>
                  <a:pt x="14235" y="12508"/>
                </a:lnTo>
                <a:lnTo>
                  <a:pt x="14381" y="12289"/>
                </a:lnTo>
                <a:lnTo>
                  <a:pt x="14503" y="12045"/>
                </a:lnTo>
                <a:lnTo>
                  <a:pt x="14625" y="11802"/>
                </a:lnTo>
                <a:lnTo>
                  <a:pt x="14722" y="11559"/>
                </a:lnTo>
                <a:lnTo>
                  <a:pt x="14795" y="11315"/>
                </a:lnTo>
                <a:lnTo>
                  <a:pt x="14868" y="11048"/>
                </a:lnTo>
                <a:lnTo>
                  <a:pt x="14989" y="11096"/>
                </a:lnTo>
                <a:lnTo>
                  <a:pt x="15135" y="11145"/>
                </a:lnTo>
                <a:lnTo>
                  <a:pt x="15403" y="11169"/>
                </a:lnTo>
                <a:lnTo>
                  <a:pt x="16912" y="11364"/>
                </a:lnTo>
                <a:lnTo>
                  <a:pt x="17885" y="11510"/>
                </a:lnTo>
                <a:lnTo>
                  <a:pt x="17909" y="11753"/>
                </a:lnTo>
                <a:lnTo>
                  <a:pt x="17982" y="11997"/>
                </a:lnTo>
                <a:lnTo>
                  <a:pt x="18055" y="12264"/>
                </a:lnTo>
                <a:lnTo>
                  <a:pt x="18177" y="12483"/>
                </a:lnTo>
                <a:lnTo>
                  <a:pt x="18299" y="12678"/>
                </a:lnTo>
                <a:lnTo>
                  <a:pt x="18445" y="12848"/>
                </a:lnTo>
                <a:lnTo>
                  <a:pt x="18615" y="13019"/>
                </a:lnTo>
                <a:lnTo>
                  <a:pt x="18785" y="13140"/>
                </a:lnTo>
                <a:lnTo>
                  <a:pt x="18956" y="13262"/>
                </a:lnTo>
                <a:lnTo>
                  <a:pt x="19150" y="13359"/>
                </a:lnTo>
                <a:lnTo>
                  <a:pt x="19345" y="13432"/>
                </a:lnTo>
                <a:lnTo>
                  <a:pt x="19564" y="13481"/>
                </a:lnTo>
                <a:lnTo>
                  <a:pt x="19759" y="13505"/>
                </a:lnTo>
                <a:lnTo>
                  <a:pt x="19978" y="13530"/>
                </a:lnTo>
                <a:lnTo>
                  <a:pt x="20197" y="13530"/>
                </a:lnTo>
                <a:lnTo>
                  <a:pt x="20416" y="13505"/>
                </a:lnTo>
                <a:lnTo>
                  <a:pt x="20610" y="13457"/>
                </a:lnTo>
                <a:lnTo>
                  <a:pt x="20829" y="13384"/>
                </a:lnTo>
                <a:lnTo>
                  <a:pt x="21024" y="13311"/>
                </a:lnTo>
                <a:lnTo>
                  <a:pt x="21219" y="13189"/>
                </a:lnTo>
                <a:lnTo>
                  <a:pt x="21413" y="13067"/>
                </a:lnTo>
                <a:lnTo>
                  <a:pt x="21608" y="12921"/>
                </a:lnTo>
                <a:lnTo>
                  <a:pt x="21754" y="12751"/>
                </a:lnTo>
                <a:lnTo>
                  <a:pt x="21876" y="12581"/>
                </a:lnTo>
                <a:lnTo>
                  <a:pt x="21973" y="12386"/>
                </a:lnTo>
                <a:lnTo>
                  <a:pt x="22070" y="12191"/>
                </a:lnTo>
                <a:lnTo>
                  <a:pt x="22119" y="11997"/>
                </a:lnTo>
                <a:lnTo>
                  <a:pt x="22168" y="11778"/>
                </a:lnTo>
                <a:lnTo>
                  <a:pt x="22192" y="11583"/>
                </a:lnTo>
                <a:lnTo>
                  <a:pt x="22192" y="11364"/>
                </a:lnTo>
                <a:lnTo>
                  <a:pt x="22143" y="11145"/>
                </a:lnTo>
                <a:lnTo>
                  <a:pt x="22095" y="10926"/>
                </a:lnTo>
                <a:lnTo>
                  <a:pt x="22022" y="10731"/>
                </a:lnTo>
                <a:lnTo>
                  <a:pt x="21949" y="10537"/>
                </a:lnTo>
                <a:lnTo>
                  <a:pt x="21827" y="10342"/>
                </a:lnTo>
                <a:lnTo>
                  <a:pt x="21681" y="10172"/>
                </a:lnTo>
                <a:lnTo>
                  <a:pt x="21559" y="10050"/>
                </a:lnTo>
                <a:lnTo>
                  <a:pt x="21413" y="9928"/>
                </a:lnTo>
                <a:lnTo>
                  <a:pt x="21267" y="9831"/>
                </a:lnTo>
                <a:lnTo>
                  <a:pt x="21121" y="9734"/>
                </a:lnTo>
                <a:lnTo>
                  <a:pt x="20951" y="9661"/>
                </a:lnTo>
                <a:lnTo>
                  <a:pt x="20781" y="9612"/>
                </a:lnTo>
                <a:lnTo>
                  <a:pt x="20416" y="9515"/>
                </a:lnTo>
                <a:lnTo>
                  <a:pt x="20026" y="9466"/>
                </a:lnTo>
                <a:lnTo>
                  <a:pt x="19661" y="9490"/>
                </a:lnTo>
                <a:lnTo>
                  <a:pt x="19467" y="9515"/>
                </a:lnTo>
                <a:lnTo>
                  <a:pt x="19296" y="9563"/>
                </a:lnTo>
                <a:lnTo>
                  <a:pt x="19126" y="9636"/>
                </a:lnTo>
                <a:lnTo>
                  <a:pt x="18956" y="9709"/>
                </a:lnTo>
                <a:lnTo>
                  <a:pt x="18931" y="9709"/>
                </a:lnTo>
                <a:lnTo>
                  <a:pt x="18737" y="9807"/>
                </a:lnTo>
                <a:lnTo>
                  <a:pt x="18542" y="9928"/>
                </a:lnTo>
                <a:lnTo>
                  <a:pt x="18372" y="10074"/>
                </a:lnTo>
                <a:lnTo>
                  <a:pt x="18250" y="10245"/>
                </a:lnTo>
                <a:lnTo>
                  <a:pt x="18128" y="10415"/>
                </a:lnTo>
                <a:lnTo>
                  <a:pt x="18031" y="10610"/>
                </a:lnTo>
                <a:lnTo>
                  <a:pt x="17958" y="10804"/>
                </a:lnTo>
                <a:lnTo>
                  <a:pt x="17909" y="11023"/>
                </a:lnTo>
                <a:lnTo>
                  <a:pt x="16595" y="10853"/>
                </a:lnTo>
                <a:lnTo>
                  <a:pt x="15890" y="10756"/>
                </a:lnTo>
                <a:lnTo>
                  <a:pt x="15354" y="10707"/>
                </a:lnTo>
                <a:lnTo>
                  <a:pt x="15111" y="10683"/>
                </a:lnTo>
                <a:lnTo>
                  <a:pt x="14917" y="10707"/>
                </a:lnTo>
                <a:lnTo>
                  <a:pt x="14941" y="10366"/>
                </a:lnTo>
                <a:lnTo>
                  <a:pt x="14941" y="10001"/>
                </a:lnTo>
                <a:lnTo>
                  <a:pt x="14917" y="9636"/>
                </a:lnTo>
                <a:lnTo>
                  <a:pt x="14844" y="9296"/>
                </a:lnTo>
                <a:lnTo>
                  <a:pt x="14892" y="9247"/>
                </a:lnTo>
                <a:lnTo>
                  <a:pt x="14892" y="9223"/>
                </a:lnTo>
                <a:lnTo>
                  <a:pt x="14868" y="9174"/>
                </a:lnTo>
                <a:lnTo>
                  <a:pt x="14844" y="9150"/>
                </a:lnTo>
                <a:lnTo>
                  <a:pt x="14819" y="9126"/>
                </a:lnTo>
                <a:lnTo>
                  <a:pt x="14722" y="8858"/>
                </a:lnTo>
                <a:lnTo>
                  <a:pt x="14625" y="8590"/>
                </a:lnTo>
                <a:lnTo>
                  <a:pt x="14503" y="8323"/>
                </a:lnTo>
                <a:lnTo>
                  <a:pt x="14357" y="8079"/>
                </a:lnTo>
                <a:lnTo>
                  <a:pt x="14187" y="7860"/>
                </a:lnTo>
                <a:lnTo>
                  <a:pt x="14016" y="7641"/>
                </a:lnTo>
                <a:lnTo>
                  <a:pt x="13822" y="7447"/>
                </a:lnTo>
                <a:lnTo>
                  <a:pt x="13627" y="7252"/>
                </a:lnTo>
                <a:lnTo>
                  <a:pt x="13773" y="7179"/>
                </a:lnTo>
                <a:lnTo>
                  <a:pt x="13919" y="7106"/>
                </a:lnTo>
                <a:lnTo>
                  <a:pt x="14187" y="6887"/>
                </a:lnTo>
                <a:lnTo>
                  <a:pt x="14673" y="6425"/>
                </a:lnTo>
                <a:lnTo>
                  <a:pt x="15500" y="5695"/>
                </a:lnTo>
                <a:lnTo>
                  <a:pt x="15890" y="5330"/>
                </a:lnTo>
                <a:lnTo>
                  <a:pt x="16279" y="4940"/>
                </a:lnTo>
                <a:lnTo>
                  <a:pt x="16620" y="4600"/>
                </a:lnTo>
                <a:lnTo>
                  <a:pt x="16912" y="4235"/>
                </a:lnTo>
                <a:lnTo>
                  <a:pt x="17106" y="4283"/>
                </a:lnTo>
                <a:lnTo>
                  <a:pt x="17666" y="4283"/>
                </a:lnTo>
                <a:lnTo>
                  <a:pt x="17909" y="4259"/>
                </a:lnTo>
                <a:lnTo>
                  <a:pt x="18128" y="4235"/>
                </a:lnTo>
                <a:lnTo>
                  <a:pt x="18347" y="4162"/>
                </a:lnTo>
                <a:lnTo>
                  <a:pt x="18566" y="4089"/>
                </a:lnTo>
                <a:lnTo>
                  <a:pt x="18785" y="3991"/>
                </a:lnTo>
                <a:lnTo>
                  <a:pt x="18980" y="3894"/>
                </a:lnTo>
                <a:lnTo>
                  <a:pt x="19150" y="3772"/>
                </a:lnTo>
                <a:lnTo>
                  <a:pt x="19345" y="3626"/>
                </a:lnTo>
                <a:lnTo>
                  <a:pt x="19491" y="3480"/>
                </a:lnTo>
                <a:lnTo>
                  <a:pt x="19637" y="3310"/>
                </a:lnTo>
                <a:lnTo>
                  <a:pt x="19783" y="3140"/>
                </a:lnTo>
                <a:lnTo>
                  <a:pt x="19880" y="2945"/>
                </a:lnTo>
                <a:lnTo>
                  <a:pt x="19978" y="2726"/>
                </a:lnTo>
                <a:lnTo>
                  <a:pt x="20051" y="2531"/>
                </a:lnTo>
                <a:lnTo>
                  <a:pt x="20124" y="2288"/>
                </a:lnTo>
                <a:lnTo>
                  <a:pt x="20148" y="2069"/>
                </a:lnTo>
                <a:lnTo>
                  <a:pt x="20172" y="1874"/>
                </a:lnTo>
                <a:lnTo>
                  <a:pt x="20148" y="1680"/>
                </a:lnTo>
                <a:lnTo>
                  <a:pt x="20099" y="1485"/>
                </a:lnTo>
                <a:lnTo>
                  <a:pt x="20051" y="1290"/>
                </a:lnTo>
                <a:lnTo>
                  <a:pt x="19953" y="1120"/>
                </a:lnTo>
                <a:lnTo>
                  <a:pt x="19856" y="974"/>
                </a:lnTo>
                <a:lnTo>
                  <a:pt x="19759" y="804"/>
                </a:lnTo>
                <a:lnTo>
                  <a:pt x="19613" y="682"/>
                </a:lnTo>
                <a:lnTo>
                  <a:pt x="19467" y="536"/>
                </a:lnTo>
                <a:lnTo>
                  <a:pt x="19321" y="415"/>
                </a:lnTo>
                <a:lnTo>
                  <a:pt x="19150" y="317"/>
                </a:lnTo>
                <a:lnTo>
                  <a:pt x="18980" y="244"/>
                </a:lnTo>
                <a:lnTo>
                  <a:pt x="18810" y="171"/>
                </a:lnTo>
                <a:lnTo>
                  <a:pt x="18615" y="123"/>
                </a:lnTo>
                <a:lnTo>
                  <a:pt x="18420" y="74"/>
                </a:lnTo>
                <a:lnTo>
                  <a:pt x="18226" y="74"/>
                </a:lnTo>
                <a:lnTo>
                  <a:pt x="18104" y="25"/>
                </a:lnTo>
                <a:lnTo>
                  <a:pt x="17982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1429993" y="775336"/>
            <a:ext cx="19960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800" dirty="0" err="1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ArUcos</a:t>
            </a:r>
            <a:r>
              <a:rPr lang="en-US" sz="18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 Detection </a:t>
            </a:r>
            <a:endParaRPr lang="ar-SY" sz="1800" dirty="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1" name="Shape 801"/>
          <p:cNvSpPr/>
          <p:nvPr/>
        </p:nvSpPr>
        <p:spPr>
          <a:xfrm>
            <a:off x="554122" y="2609926"/>
            <a:ext cx="485006" cy="464266"/>
          </a:xfrm>
          <a:custGeom>
            <a:avLst/>
            <a:gdLst/>
            <a:ahLst/>
            <a:cxnLst/>
            <a:rect l="0" t="0" r="0" b="0"/>
            <a:pathLst>
              <a:path w="22192" h="21243" extrusionOk="0">
                <a:moveTo>
                  <a:pt x="17812" y="512"/>
                </a:moveTo>
                <a:lnTo>
                  <a:pt x="17909" y="585"/>
                </a:lnTo>
                <a:lnTo>
                  <a:pt x="17958" y="609"/>
                </a:lnTo>
                <a:lnTo>
                  <a:pt x="18031" y="634"/>
                </a:lnTo>
                <a:lnTo>
                  <a:pt x="18201" y="634"/>
                </a:lnTo>
                <a:lnTo>
                  <a:pt x="18396" y="658"/>
                </a:lnTo>
                <a:lnTo>
                  <a:pt x="18566" y="682"/>
                </a:lnTo>
                <a:lnTo>
                  <a:pt x="18712" y="755"/>
                </a:lnTo>
                <a:lnTo>
                  <a:pt x="18858" y="828"/>
                </a:lnTo>
                <a:lnTo>
                  <a:pt x="19004" y="926"/>
                </a:lnTo>
                <a:lnTo>
                  <a:pt x="19126" y="1023"/>
                </a:lnTo>
                <a:lnTo>
                  <a:pt x="19248" y="1145"/>
                </a:lnTo>
                <a:lnTo>
                  <a:pt x="19345" y="1266"/>
                </a:lnTo>
                <a:lnTo>
                  <a:pt x="19442" y="1388"/>
                </a:lnTo>
                <a:lnTo>
                  <a:pt x="19491" y="1558"/>
                </a:lnTo>
                <a:lnTo>
                  <a:pt x="19540" y="1704"/>
                </a:lnTo>
                <a:lnTo>
                  <a:pt x="19564" y="1874"/>
                </a:lnTo>
                <a:lnTo>
                  <a:pt x="19564" y="2045"/>
                </a:lnTo>
                <a:lnTo>
                  <a:pt x="19564" y="2239"/>
                </a:lnTo>
                <a:lnTo>
                  <a:pt x="19515" y="2410"/>
                </a:lnTo>
                <a:lnTo>
                  <a:pt x="19467" y="2580"/>
                </a:lnTo>
                <a:lnTo>
                  <a:pt x="19394" y="2750"/>
                </a:lnTo>
                <a:lnTo>
                  <a:pt x="19296" y="2896"/>
                </a:lnTo>
                <a:lnTo>
                  <a:pt x="19199" y="3018"/>
                </a:lnTo>
                <a:lnTo>
                  <a:pt x="19077" y="3140"/>
                </a:lnTo>
                <a:lnTo>
                  <a:pt x="18956" y="3237"/>
                </a:lnTo>
                <a:lnTo>
                  <a:pt x="18810" y="3334"/>
                </a:lnTo>
                <a:lnTo>
                  <a:pt x="18664" y="3407"/>
                </a:lnTo>
                <a:lnTo>
                  <a:pt x="18347" y="3529"/>
                </a:lnTo>
                <a:lnTo>
                  <a:pt x="18031" y="3602"/>
                </a:lnTo>
                <a:lnTo>
                  <a:pt x="17690" y="3651"/>
                </a:lnTo>
                <a:lnTo>
                  <a:pt x="17350" y="3651"/>
                </a:lnTo>
                <a:lnTo>
                  <a:pt x="17423" y="3553"/>
                </a:lnTo>
                <a:lnTo>
                  <a:pt x="17666" y="3213"/>
                </a:lnTo>
                <a:lnTo>
                  <a:pt x="17885" y="2823"/>
                </a:lnTo>
                <a:lnTo>
                  <a:pt x="17982" y="2629"/>
                </a:lnTo>
                <a:lnTo>
                  <a:pt x="18055" y="2410"/>
                </a:lnTo>
                <a:lnTo>
                  <a:pt x="18128" y="2215"/>
                </a:lnTo>
                <a:lnTo>
                  <a:pt x="18153" y="2020"/>
                </a:lnTo>
                <a:lnTo>
                  <a:pt x="18153" y="1947"/>
                </a:lnTo>
                <a:lnTo>
                  <a:pt x="18104" y="1899"/>
                </a:lnTo>
                <a:lnTo>
                  <a:pt x="18080" y="1850"/>
                </a:lnTo>
                <a:lnTo>
                  <a:pt x="18007" y="1826"/>
                </a:lnTo>
                <a:lnTo>
                  <a:pt x="17958" y="1801"/>
                </a:lnTo>
                <a:lnTo>
                  <a:pt x="17885" y="1801"/>
                </a:lnTo>
                <a:lnTo>
                  <a:pt x="17836" y="1826"/>
                </a:lnTo>
                <a:lnTo>
                  <a:pt x="17788" y="1874"/>
                </a:lnTo>
                <a:lnTo>
                  <a:pt x="17666" y="2020"/>
                </a:lnTo>
                <a:lnTo>
                  <a:pt x="17569" y="2191"/>
                </a:lnTo>
                <a:lnTo>
                  <a:pt x="17374" y="2556"/>
                </a:lnTo>
                <a:lnTo>
                  <a:pt x="17179" y="2896"/>
                </a:lnTo>
                <a:lnTo>
                  <a:pt x="16985" y="3261"/>
                </a:lnTo>
                <a:lnTo>
                  <a:pt x="16912" y="3067"/>
                </a:lnTo>
                <a:lnTo>
                  <a:pt x="16839" y="2848"/>
                </a:lnTo>
                <a:lnTo>
                  <a:pt x="16766" y="2653"/>
                </a:lnTo>
                <a:lnTo>
                  <a:pt x="16741" y="2458"/>
                </a:lnTo>
                <a:lnTo>
                  <a:pt x="16717" y="2239"/>
                </a:lnTo>
                <a:lnTo>
                  <a:pt x="16717" y="2020"/>
                </a:lnTo>
                <a:lnTo>
                  <a:pt x="16741" y="1801"/>
                </a:lnTo>
                <a:lnTo>
                  <a:pt x="16766" y="1582"/>
                </a:lnTo>
                <a:lnTo>
                  <a:pt x="16814" y="1436"/>
                </a:lnTo>
                <a:lnTo>
                  <a:pt x="16887" y="1315"/>
                </a:lnTo>
                <a:lnTo>
                  <a:pt x="16960" y="1169"/>
                </a:lnTo>
                <a:lnTo>
                  <a:pt x="17033" y="1047"/>
                </a:lnTo>
                <a:lnTo>
                  <a:pt x="17252" y="828"/>
                </a:lnTo>
                <a:lnTo>
                  <a:pt x="17496" y="658"/>
                </a:lnTo>
                <a:lnTo>
                  <a:pt x="17642" y="585"/>
                </a:lnTo>
                <a:lnTo>
                  <a:pt x="17812" y="512"/>
                </a:lnTo>
                <a:close/>
                <a:moveTo>
                  <a:pt x="5111" y="1582"/>
                </a:moveTo>
                <a:lnTo>
                  <a:pt x="5159" y="1655"/>
                </a:lnTo>
                <a:lnTo>
                  <a:pt x="5232" y="1704"/>
                </a:lnTo>
                <a:lnTo>
                  <a:pt x="5305" y="1728"/>
                </a:lnTo>
                <a:lnTo>
                  <a:pt x="5403" y="1704"/>
                </a:lnTo>
                <a:lnTo>
                  <a:pt x="5573" y="1655"/>
                </a:lnTo>
                <a:lnTo>
                  <a:pt x="5719" y="1631"/>
                </a:lnTo>
                <a:lnTo>
                  <a:pt x="5987" y="1631"/>
                </a:lnTo>
                <a:lnTo>
                  <a:pt x="6133" y="1680"/>
                </a:lnTo>
                <a:lnTo>
                  <a:pt x="6230" y="1753"/>
                </a:lnTo>
                <a:lnTo>
                  <a:pt x="6352" y="1850"/>
                </a:lnTo>
                <a:lnTo>
                  <a:pt x="6473" y="1996"/>
                </a:lnTo>
                <a:lnTo>
                  <a:pt x="6595" y="2264"/>
                </a:lnTo>
                <a:lnTo>
                  <a:pt x="6717" y="2531"/>
                </a:lnTo>
                <a:lnTo>
                  <a:pt x="6790" y="2799"/>
                </a:lnTo>
                <a:lnTo>
                  <a:pt x="6838" y="3091"/>
                </a:lnTo>
                <a:lnTo>
                  <a:pt x="6887" y="3286"/>
                </a:lnTo>
                <a:lnTo>
                  <a:pt x="6887" y="3456"/>
                </a:lnTo>
                <a:lnTo>
                  <a:pt x="6863" y="3626"/>
                </a:lnTo>
                <a:lnTo>
                  <a:pt x="6814" y="3797"/>
                </a:lnTo>
                <a:lnTo>
                  <a:pt x="6765" y="3943"/>
                </a:lnTo>
                <a:lnTo>
                  <a:pt x="6692" y="4064"/>
                </a:lnTo>
                <a:lnTo>
                  <a:pt x="6595" y="4186"/>
                </a:lnTo>
                <a:lnTo>
                  <a:pt x="6473" y="4308"/>
                </a:lnTo>
                <a:lnTo>
                  <a:pt x="6303" y="4040"/>
                </a:lnTo>
                <a:lnTo>
                  <a:pt x="6133" y="3797"/>
                </a:lnTo>
                <a:lnTo>
                  <a:pt x="5987" y="3529"/>
                </a:lnTo>
                <a:lnTo>
                  <a:pt x="5865" y="3261"/>
                </a:lnTo>
                <a:lnTo>
                  <a:pt x="5816" y="3164"/>
                </a:lnTo>
                <a:lnTo>
                  <a:pt x="5719" y="2994"/>
                </a:lnTo>
                <a:lnTo>
                  <a:pt x="5670" y="2921"/>
                </a:lnTo>
                <a:lnTo>
                  <a:pt x="5597" y="2872"/>
                </a:lnTo>
                <a:lnTo>
                  <a:pt x="5524" y="2848"/>
                </a:lnTo>
                <a:lnTo>
                  <a:pt x="5476" y="2896"/>
                </a:lnTo>
                <a:lnTo>
                  <a:pt x="5403" y="2969"/>
                </a:lnTo>
                <a:lnTo>
                  <a:pt x="5378" y="3067"/>
                </a:lnTo>
                <a:lnTo>
                  <a:pt x="5378" y="3164"/>
                </a:lnTo>
                <a:lnTo>
                  <a:pt x="5378" y="3261"/>
                </a:lnTo>
                <a:lnTo>
                  <a:pt x="5451" y="3456"/>
                </a:lnTo>
                <a:lnTo>
                  <a:pt x="5524" y="3626"/>
                </a:lnTo>
                <a:lnTo>
                  <a:pt x="5768" y="4089"/>
                </a:lnTo>
                <a:lnTo>
                  <a:pt x="6035" y="4551"/>
                </a:lnTo>
                <a:lnTo>
                  <a:pt x="5768" y="4624"/>
                </a:lnTo>
                <a:lnTo>
                  <a:pt x="5451" y="4648"/>
                </a:lnTo>
                <a:lnTo>
                  <a:pt x="5257" y="4648"/>
                </a:lnTo>
                <a:lnTo>
                  <a:pt x="5086" y="4624"/>
                </a:lnTo>
                <a:lnTo>
                  <a:pt x="4940" y="4600"/>
                </a:lnTo>
                <a:lnTo>
                  <a:pt x="4794" y="4551"/>
                </a:lnTo>
                <a:lnTo>
                  <a:pt x="4673" y="4478"/>
                </a:lnTo>
                <a:lnTo>
                  <a:pt x="4551" y="4381"/>
                </a:lnTo>
                <a:lnTo>
                  <a:pt x="4429" y="4308"/>
                </a:lnTo>
                <a:lnTo>
                  <a:pt x="4356" y="4186"/>
                </a:lnTo>
                <a:lnTo>
                  <a:pt x="4259" y="4064"/>
                </a:lnTo>
                <a:lnTo>
                  <a:pt x="4186" y="3943"/>
                </a:lnTo>
                <a:lnTo>
                  <a:pt x="4137" y="3821"/>
                </a:lnTo>
                <a:lnTo>
                  <a:pt x="4089" y="3675"/>
                </a:lnTo>
                <a:lnTo>
                  <a:pt x="4064" y="3505"/>
                </a:lnTo>
                <a:lnTo>
                  <a:pt x="4064" y="3359"/>
                </a:lnTo>
                <a:lnTo>
                  <a:pt x="4064" y="3188"/>
                </a:lnTo>
                <a:lnTo>
                  <a:pt x="4089" y="3018"/>
                </a:lnTo>
                <a:lnTo>
                  <a:pt x="4137" y="2775"/>
                </a:lnTo>
                <a:lnTo>
                  <a:pt x="4210" y="2556"/>
                </a:lnTo>
                <a:lnTo>
                  <a:pt x="4308" y="2337"/>
                </a:lnTo>
                <a:lnTo>
                  <a:pt x="4429" y="2142"/>
                </a:lnTo>
                <a:lnTo>
                  <a:pt x="4551" y="1972"/>
                </a:lnTo>
                <a:lnTo>
                  <a:pt x="4721" y="1801"/>
                </a:lnTo>
                <a:lnTo>
                  <a:pt x="4916" y="1680"/>
                </a:lnTo>
                <a:lnTo>
                  <a:pt x="5111" y="1582"/>
                </a:lnTo>
                <a:close/>
                <a:moveTo>
                  <a:pt x="12532" y="7544"/>
                </a:moveTo>
                <a:lnTo>
                  <a:pt x="12264" y="7568"/>
                </a:lnTo>
                <a:lnTo>
                  <a:pt x="11997" y="7593"/>
                </a:lnTo>
                <a:lnTo>
                  <a:pt x="11753" y="7641"/>
                </a:lnTo>
                <a:lnTo>
                  <a:pt x="11486" y="7690"/>
                </a:lnTo>
                <a:lnTo>
                  <a:pt x="11218" y="7763"/>
                </a:lnTo>
                <a:lnTo>
                  <a:pt x="10975" y="7885"/>
                </a:lnTo>
                <a:lnTo>
                  <a:pt x="10926" y="7933"/>
                </a:lnTo>
                <a:lnTo>
                  <a:pt x="10926" y="8006"/>
                </a:lnTo>
                <a:lnTo>
                  <a:pt x="10975" y="8055"/>
                </a:lnTo>
                <a:lnTo>
                  <a:pt x="11048" y="8079"/>
                </a:lnTo>
                <a:lnTo>
                  <a:pt x="11315" y="8055"/>
                </a:lnTo>
                <a:lnTo>
                  <a:pt x="11583" y="8031"/>
                </a:lnTo>
                <a:lnTo>
                  <a:pt x="11875" y="7982"/>
                </a:lnTo>
                <a:lnTo>
                  <a:pt x="12143" y="7933"/>
                </a:lnTo>
                <a:lnTo>
                  <a:pt x="12386" y="7909"/>
                </a:lnTo>
                <a:lnTo>
                  <a:pt x="12605" y="7909"/>
                </a:lnTo>
                <a:lnTo>
                  <a:pt x="12824" y="7885"/>
                </a:lnTo>
                <a:lnTo>
                  <a:pt x="12946" y="7860"/>
                </a:lnTo>
                <a:lnTo>
                  <a:pt x="13043" y="7787"/>
                </a:lnTo>
                <a:lnTo>
                  <a:pt x="13067" y="7763"/>
                </a:lnTo>
                <a:lnTo>
                  <a:pt x="13092" y="7714"/>
                </a:lnTo>
                <a:lnTo>
                  <a:pt x="13067" y="7690"/>
                </a:lnTo>
                <a:lnTo>
                  <a:pt x="13043" y="7641"/>
                </a:lnTo>
                <a:lnTo>
                  <a:pt x="12921" y="7593"/>
                </a:lnTo>
                <a:lnTo>
                  <a:pt x="12800" y="7544"/>
                </a:lnTo>
                <a:close/>
                <a:moveTo>
                  <a:pt x="20002" y="10026"/>
                </a:moveTo>
                <a:lnTo>
                  <a:pt x="20172" y="10050"/>
                </a:lnTo>
                <a:lnTo>
                  <a:pt x="20367" y="10074"/>
                </a:lnTo>
                <a:lnTo>
                  <a:pt x="20537" y="10099"/>
                </a:lnTo>
                <a:lnTo>
                  <a:pt x="20708" y="10172"/>
                </a:lnTo>
                <a:lnTo>
                  <a:pt x="20854" y="10245"/>
                </a:lnTo>
                <a:lnTo>
                  <a:pt x="21024" y="10342"/>
                </a:lnTo>
                <a:lnTo>
                  <a:pt x="21194" y="10439"/>
                </a:lnTo>
                <a:lnTo>
                  <a:pt x="21316" y="10585"/>
                </a:lnTo>
                <a:lnTo>
                  <a:pt x="21438" y="10707"/>
                </a:lnTo>
                <a:lnTo>
                  <a:pt x="21511" y="10877"/>
                </a:lnTo>
                <a:lnTo>
                  <a:pt x="21584" y="11023"/>
                </a:lnTo>
                <a:lnTo>
                  <a:pt x="21608" y="11194"/>
                </a:lnTo>
                <a:lnTo>
                  <a:pt x="21632" y="11364"/>
                </a:lnTo>
                <a:lnTo>
                  <a:pt x="21632" y="11534"/>
                </a:lnTo>
                <a:lnTo>
                  <a:pt x="21608" y="11705"/>
                </a:lnTo>
                <a:lnTo>
                  <a:pt x="21559" y="11875"/>
                </a:lnTo>
                <a:lnTo>
                  <a:pt x="21511" y="12021"/>
                </a:lnTo>
                <a:lnTo>
                  <a:pt x="21438" y="12191"/>
                </a:lnTo>
                <a:lnTo>
                  <a:pt x="21340" y="12337"/>
                </a:lnTo>
                <a:lnTo>
                  <a:pt x="21219" y="12483"/>
                </a:lnTo>
                <a:lnTo>
                  <a:pt x="21097" y="12605"/>
                </a:lnTo>
                <a:lnTo>
                  <a:pt x="20951" y="12702"/>
                </a:lnTo>
                <a:lnTo>
                  <a:pt x="20805" y="12800"/>
                </a:lnTo>
                <a:lnTo>
                  <a:pt x="20635" y="12873"/>
                </a:lnTo>
                <a:lnTo>
                  <a:pt x="20489" y="12921"/>
                </a:lnTo>
                <a:lnTo>
                  <a:pt x="20343" y="12970"/>
                </a:lnTo>
                <a:lnTo>
                  <a:pt x="20172" y="12994"/>
                </a:lnTo>
                <a:lnTo>
                  <a:pt x="20026" y="12994"/>
                </a:lnTo>
                <a:lnTo>
                  <a:pt x="19856" y="12970"/>
                </a:lnTo>
                <a:lnTo>
                  <a:pt x="19710" y="12946"/>
                </a:lnTo>
                <a:lnTo>
                  <a:pt x="19540" y="12897"/>
                </a:lnTo>
                <a:lnTo>
                  <a:pt x="19394" y="12848"/>
                </a:lnTo>
                <a:lnTo>
                  <a:pt x="19248" y="12775"/>
                </a:lnTo>
                <a:lnTo>
                  <a:pt x="19126" y="12678"/>
                </a:lnTo>
                <a:lnTo>
                  <a:pt x="18980" y="12581"/>
                </a:lnTo>
                <a:lnTo>
                  <a:pt x="18858" y="12459"/>
                </a:lnTo>
                <a:lnTo>
                  <a:pt x="18761" y="12337"/>
                </a:lnTo>
                <a:lnTo>
                  <a:pt x="18664" y="12216"/>
                </a:lnTo>
                <a:lnTo>
                  <a:pt x="18566" y="12070"/>
                </a:lnTo>
                <a:lnTo>
                  <a:pt x="18493" y="11899"/>
                </a:lnTo>
                <a:lnTo>
                  <a:pt x="18445" y="11729"/>
                </a:lnTo>
                <a:lnTo>
                  <a:pt x="18420" y="11583"/>
                </a:lnTo>
                <a:lnTo>
                  <a:pt x="19783" y="11753"/>
                </a:lnTo>
                <a:lnTo>
                  <a:pt x="19880" y="11753"/>
                </a:lnTo>
                <a:lnTo>
                  <a:pt x="19953" y="11705"/>
                </a:lnTo>
                <a:lnTo>
                  <a:pt x="20002" y="11632"/>
                </a:lnTo>
                <a:lnTo>
                  <a:pt x="20026" y="11534"/>
                </a:lnTo>
                <a:lnTo>
                  <a:pt x="20002" y="11437"/>
                </a:lnTo>
                <a:lnTo>
                  <a:pt x="19953" y="11364"/>
                </a:lnTo>
                <a:lnTo>
                  <a:pt x="19880" y="11291"/>
                </a:lnTo>
                <a:lnTo>
                  <a:pt x="19783" y="11267"/>
                </a:lnTo>
                <a:lnTo>
                  <a:pt x="18420" y="11096"/>
                </a:lnTo>
                <a:lnTo>
                  <a:pt x="18493" y="10804"/>
                </a:lnTo>
                <a:lnTo>
                  <a:pt x="18615" y="10512"/>
                </a:lnTo>
                <a:lnTo>
                  <a:pt x="18883" y="10415"/>
                </a:lnTo>
                <a:lnTo>
                  <a:pt x="19126" y="10293"/>
                </a:lnTo>
                <a:lnTo>
                  <a:pt x="19369" y="10172"/>
                </a:lnTo>
                <a:lnTo>
                  <a:pt x="19637" y="10074"/>
                </a:lnTo>
                <a:lnTo>
                  <a:pt x="19832" y="10050"/>
                </a:lnTo>
                <a:lnTo>
                  <a:pt x="20002" y="10026"/>
                </a:lnTo>
                <a:close/>
                <a:moveTo>
                  <a:pt x="11048" y="6838"/>
                </a:moveTo>
                <a:lnTo>
                  <a:pt x="11267" y="6863"/>
                </a:lnTo>
                <a:lnTo>
                  <a:pt x="11510" y="6887"/>
                </a:lnTo>
                <a:lnTo>
                  <a:pt x="11729" y="6936"/>
                </a:lnTo>
                <a:lnTo>
                  <a:pt x="11559" y="6960"/>
                </a:lnTo>
                <a:lnTo>
                  <a:pt x="11364" y="7009"/>
                </a:lnTo>
                <a:lnTo>
                  <a:pt x="11169" y="7057"/>
                </a:lnTo>
                <a:lnTo>
                  <a:pt x="10975" y="7155"/>
                </a:lnTo>
                <a:lnTo>
                  <a:pt x="10902" y="7228"/>
                </a:lnTo>
                <a:lnTo>
                  <a:pt x="10853" y="7301"/>
                </a:lnTo>
                <a:lnTo>
                  <a:pt x="10853" y="7325"/>
                </a:lnTo>
                <a:lnTo>
                  <a:pt x="10950" y="7349"/>
                </a:lnTo>
                <a:lnTo>
                  <a:pt x="11048" y="7374"/>
                </a:lnTo>
                <a:lnTo>
                  <a:pt x="11242" y="7349"/>
                </a:lnTo>
                <a:lnTo>
                  <a:pt x="11632" y="7252"/>
                </a:lnTo>
                <a:lnTo>
                  <a:pt x="11972" y="7203"/>
                </a:lnTo>
                <a:lnTo>
                  <a:pt x="12167" y="7179"/>
                </a:lnTo>
                <a:lnTo>
                  <a:pt x="12313" y="7106"/>
                </a:lnTo>
                <a:lnTo>
                  <a:pt x="12532" y="7203"/>
                </a:lnTo>
                <a:lnTo>
                  <a:pt x="12727" y="7325"/>
                </a:lnTo>
                <a:lnTo>
                  <a:pt x="12921" y="7447"/>
                </a:lnTo>
                <a:lnTo>
                  <a:pt x="13116" y="7568"/>
                </a:lnTo>
                <a:lnTo>
                  <a:pt x="13286" y="7714"/>
                </a:lnTo>
                <a:lnTo>
                  <a:pt x="13457" y="7885"/>
                </a:lnTo>
                <a:lnTo>
                  <a:pt x="13627" y="8055"/>
                </a:lnTo>
                <a:lnTo>
                  <a:pt x="13773" y="8250"/>
                </a:lnTo>
                <a:lnTo>
                  <a:pt x="13530" y="8225"/>
                </a:lnTo>
                <a:lnTo>
                  <a:pt x="13311" y="8225"/>
                </a:lnTo>
                <a:lnTo>
                  <a:pt x="12848" y="8274"/>
                </a:lnTo>
                <a:lnTo>
                  <a:pt x="12459" y="8347"/>
                </a:lnTo>
                <a:lnTo>
                  <a:pt x="12070" y="8420"/>
                </a:lnTo>
                <a:lnTo>
                  <a:pt x="11705" y="8566"/>
                </a:lnTo>
                <a:lnTo>
                  <a:pt x="11534" y="8663"/>
                </a:lnTo>
                <a:lnTo>
                  <a:pt x="11364" y="8761"/>
                </a:lnTo>
                <a:lnTo>
                  <a:pt x="11340" y="8785"/>
                </a:lnTo>
                <a:lnTo>
                  <a:pt x="11340" y="8834"/>
                </a:lnTo>
                <a:lnTo>
                  <a:pt x="11364" y="8858"/>
                </a:lnTo>
                <a:lnTo>
                  <a:pt x="11388" y="8882"/>
                </a:lnTo>
                <a:lnTo>
                  <a:pt x="11753" y="8834"/>
                </a:lnTo>
                <a:lnTo>
                  <a:pt x="12118" y="8761"/>
                </a:lnTo>
                <a:lnTo>
                  <a:pt x="12483" y="8688"/>
                </a:lnTo>
                <a:lnTo>
                  <a:pt x="12848" y="8663"/>
                </a:lnTo>
                <a:lnTo>
                  <a:pt x="13432" y="8663"/>
                </a:lnTo>
                <a:lnTo>
                  <a:pt x="13749" y="8688"/>
                </a:lnTo>
                <a:lnTo>
                  <a:pt x="13895" y="8663"/>
                </a:lnTo>
                <a:lnTo>
                  <a:pt x="14016" y="8663"/>
                </a:lnTo>
                <a:lnTo>
                  <a:pt x="14187" y="9028"/>
                </a:lnTo>
                <a:lnTo>
                  <a:pt x="13773" y="9053"/>
                </a:lnTo>
                <a:lnTo>
                  <a:pt x="13359" y="9101"/>
                </a:lnTo>
                <a:lnTo>
                  <a:pt x="12994" y="9150"/>
                </a:lnTo>
                <a:lnTo>
                  <a:pt x="12605" y="9199"/>
                </a:lnTo>
                <a:lnTo>
                  <a:pt x="12240" y="9296"/>
                </a:lnTo>
                <a:lnTo>
                  <a:pt x="12070" y="9369"/>
                </a:lnTo>
                <a:lnTo>
                  <a:pt x="11899" y="9466"/>
                </a:lnTo>
                <a:lnTo>
                  <a:pt x="11875" y="9490"/>
                </a:lnTo>
                <a:lnTo>
                  <a:pt x="11875" y="9539"/>
                </a:lnTo>
                <a:lnTo>
                  <a:pt x="11899" y="9563"/>
                </a:lnTo>
                <a:lnTo>
                  <a:pt x="11948" y="9588"/>
                </a:lnTo>
                <a:lnTo>
                  <a:pt x="12337" y="9588"/>
                </a:lnTo>
                <a:lnTo>
                  <a:pt x="12751" y="9539"/>
                </a:lnTo>
                <a:lnTo>
                  <a:pt x="13140" y="9466"/>
                </a:lnTo>
                <a:lnTo>
                  <a:pt x="13530" y="9417"/>
                </a:lnTo>
                <a:lnTo>
                  <a:pt x="13919" y="9417"/>
                </a:lnTo>
                <a:lnTo>
                  <a:pt x="14333" y="9393"/>
                </a:lnTo>
                <a:lnTo>
                  <a:pt x="14381" y="9661"/>
                </a:lnTo>
                <a:lnTo>
                  <a:pt x="14406" y="9904"/>
                </a:lnTo>
                <a:lnTo>
                  <a:pt x="14138" y="9831"/>
                </a:lnTo>
                <a:lnTo>
                  <a:pt x="13870" y="9782"/>
                </a:lnTo>
                <a:lnTo>
                  <a:pt x="13578" y="9782"/>
                </a:lnTo>
                <a:lnTo>
                  <a:pt x="13286" y="9807"/>
                </a:lnTo>
                <a:lnTo>
                  <a:pt x="12994" y="9855"/>
                </a:lnTo>
                <a:lnTo>
                  <a:pt x="12727" y="9904"/>
                </a:lnTo>
                <a:lnTo>
                  <a:pt x="12459" y="10001"/>
                </a:lnTo>
                <a:lnTo>
                  <a:pt x="12216" y="10099"/>
                </a:lnTo>
                <a:lnTo>
                  <a:pt x="12191" y="10123"/>
                </a:lnTo>
                <a:lnTo>
                  <a:pt x="12191" y="10172"/>
                </a:lnTo>
                <a:lnTo>
                  <a:pt x="12216" y="10196"/>
                </a:lnTo>
                <a:lnTo>
                  <a:pt x="12240" y="10220"/>
                </a:lnTo>
                <a:lnTo>
                  <a:pt x="12848" y="10196"/>
                </a:lnTo>
                <a:lnTo>
                  <a:pt x="13457" y="10196"/>
                </a:lnTo>
                <a:lnTo>
                  <a:pt x="13943" y="10220"/>
                </a:lnTo>
                <a:lnTo>
                  <a:pt x="14430" y="10220"/>
                </a:lnTo>
                <a:lnTo>
                  <a:pt x="14430" y="10464"/>
                </a:lnTo>
                <a:lnTo>
                  <a:pt x="14406" y="10707"/>
                </a:lnTo>
                <a:lnTo>
                  <a:pt x="14187" y="10634"/>
                </a:lnTo>
                <a:lnTo>
                  <a:pt x="13968" y="10610"/>
                </a:lnTo>
                <a:lnTo>
                  <a:pt x="13505" y="10561"/>
                </a:lnTo>
                <a:lnTo>
                  <a:pt x="13189" y="10512"/>
                </a:lnTo>
                <a:lnTo>
                  <a:pt x="12824" y="10464"/>
                </a:lnTo>
                <a:lnTo>
                  <a:pt x="12654" y="10464"/>
                </a:lnTo>
                <a:lnTo>
                  <a:pt x="12483" y="10488"/>
                </a:lnTo>
                <a:lnTo>
                  <a:pt x="12337" y="10537"/>
                </a:lnTo>
                <a:lnTo>
                  <a:pt x="12191" y="10610"/>
                </a:lnTo>
                <a:lnTo>
                  <a:pt x="12191" y="10634"/>
                </a:lnTo>
                <a:lnTo>
                  <a:pt x="12313" y="10731"/>
                </a:lnTo>
                <a:lnTo>
                  <a:pt x="12459" y="10804"/>
                </a:lnTo>
                <a:lnTo>
                  <a:pt x="12629" y="10853"/>
                </a:lnTo>
                <a:lnTo>
                  <a:pt x="12775" y="10877"/>
                </a:lnTo>
                <a:lnTo>
                  <a:pt x="13140" y="10926"/>
                </a:lnTo>
                <a:lnTo>
                  <a:pt x="13457" y="10950"/>
                </a:lnTo>
                <a:lnTo>
                  <a:pt x="13870" y="11048"/>
                </a:lnTo>
                <a:lnTo>
                  <a:pt x="14114" y="11072"/>
                </a:lnTo>
                <a:lnTo>
                  <a:pt x="14333" y="11072"/>
                </a:lnTo>
                <a:lnTo>
                  <a:pt x="14235" y="11340"/>
                </a:lnTo>
                <a:lnTo>
                  <a:pt x="14138" y="11607"/>
                </a:lnTo>
                <a:lnTo>
                  <a:pt x="14016" y="11851"/>
                </a:lnTo>
                <a:lnTo>
                  <a:pt x="13870" y="12094"/>
                </a:lnTo>
                <a:lnTo>
                  <a:pt x="13846" y="11997"/>
                </a:lnTo>
                <a:lnTo>
                  <a:pt x="13797" y="11899"/>
                </a:lnTo>
                <a:lnTo>
                  <a:pt x="13724" y="11826"/>
                </a:lnTo>
                <a:lnTo>
                  <a:pt x="13627" y="11778"/>
                </a:lnTo>
                <a:lnTo>
                  <a:pt x="13432" y="11680"/>
                </a:lnTo>
                <a:lnTo>
                  <a:pt x="13238" y="11607"/>
                </a:lnTo>
                <a:lnTo>
                  <a:pt x="12946" y="11534"/>
                </a:lnTo>
                <a:lnTo>
                  <a:pt x="12654" y="11486"/>
                </a:lnTo>
                <a:lnTo>
                  <a:pt x="12362" y="11486"/>
                </a:lnTo>
                <a:lnTo>
                  <a:pt x="12070" y="11510"/>
                </a:lnTo>
                <a:lnTo>
                  <a:pt x="12045" y="11534"/>
                </a:lnTo>
                <a:lnTo>
                  <a:pt x="12045" y="11559"/>
                </a:lnTo>
                <a:lnTo>
                  <a:pt x="12045" y="11607"/>
                </a:lnTo>
                <a:lnTo>
                  <a:pt x="12070" y="11632"/>
                </a:lnTo>
                <a:lnTo>
                  <a:pt x="12678" y="11826"/>
                </a:lnTo>
                <a:lnTo>
                  <a:pt x="12970" y="11948"/>
                </a:lnTo>
                <a:lnTo>
                  <a:pt x="13262" y="12070"/>
                </a:lnTo>
                <a:lnTo>
                  <a:pt x="13481" y="12191"/>
                </a:lnTo>
                <a:lnTo>
                  <a:pt x="13627" y="12240"/>
                </a:lnTo>
                <a:lnTo>
                  <a:pt x="13749" y="12240"/>
                </a:lnTo>
                <a:lnTo>
                  <a:pt x="13505" y="12556"/>
                </a:lnTo>
                <a:lnTo>
                  <a:pt x="13189" y="12362"/>
                </a:lnTo>
                <a:lnTo>
                  <a:pt x="12605" y="12021"/>
                </a:lnTo>
                <a:lnTo>
                  <a:pt x="12289" y="11899"/>
                </a:lnTo>
                <a:lnTo>
                  <a:pt x="12143" y="11851"/>
                </a:lnTo>
                <a:lnTo>
                  <a:pt x="11972" y="11802"/>
                </a:lnTo>
                <a:lnTo>
                  <a:pt x="11924" y="11802"/>
                </a:lnTo>
                <a:lnTo>
                  <a:pt x="11899" y="11826"/>
                </a:lnTo>
                <a:lnTo>
                  <a:pt x="11875" y="11875"/>
                </a:lnTo>
                <a:lnTo>
                  <a:pt x="11899" y="11924"/>
                </a:lnTo>
                <a:lnTo>
                  <a:pt x="12070" y="12118"/>
                </a:lnTo>
                <a:lnTo>
                  <a:pt x="12264" y="12289"/>
                </a:lnTo>
                <a:lnTo>
                  <a:pt x="12483" y="12435"/>
                </a:lnTo>
                <a:lnTo>
                  <a:pt x="12727" y="12581"/>
                </a:lnTo>
                <a:lnTo>
                  <a:pt x="13140" y="12873"/>
                </a:lnTo>
                <a:lnTo>
                  <a:pt x="12800" y="13116"/>
                </a:lnTo>
                <a:lnTo>
                  <a:pt x="12629" y="12946"/>
                </a:lnTo>
                <a:lnTo>
                  <a:pt x="12435" y="12800"/>
                </a:lnTo>
                <a:lnTo>
                  <a:pt x="12289" y="12702"/>
                </a:lnTo>
                <a:lnTo>
                  <a:pt x="12143" y="12605"/>
                </a:lnTo>
                <a:lnTo>
                  <a:pt x="12045" y="12581"/>
                </a:lnTo>
                <a:lnTo>
                  <a:pt x="11972" y="12556"/>
                </a:lnTo>
                <a:lnTo>
                  <a:pt x="11875" y="12556"/>
                </a:lnTo>
                <a:lnTo>
                  <a:pt x="11802" y="12581"/>
                </a:lnTo>
                <a:lnTo>
                  <a:pt x="11753" y="12629"/>
                </a:lnTo>
                <a:lnTo>
                  <a:pt x="11753" y="12678"/>
                </a:lnTo>
                <a:lnTo>
                  <a:pt x="11802" y="12824"/>
                </a:lnTo>
                <a:lnTo>
                  <a:pt x="11875" y="12921"/>
                </a:lnTo>
                <a:lnTo>
                  <a:pt x="12118" y="13116"/>
                </a:lnTo>
                <a:lnTo>
                  <a:pt x="12240" y="13238"/>
                </a:lnTo>
                <a:lnTo>
                  <a:pt x="12362" y="13359"/>
                </a:lnTo>
                <a:lnTo>
                  <a:pt x="11997" y="13505"/>
                </a:lnTo>
                <a:lnTo>
                  <a:pt x="11826" y="13554"/>
                </a:lnTo>
                <a:lnTo>
                  <a:pt x="11680" y="13384"/>
                </a:lnTo>
                <a:lnTo>
                  <a:pt x="11510" y="13213"/>
                </a:lnTo>
                <a:lnTo>
                  <a:pt x="11315" y="13067"/>
                </a:lnTo>
                <a:lnTo>
                  <a:pt x="11121" y="12946"/>
                </a:lnTo>
                <a:lnTo>
                  <a:pt x="11072" y="12946"/>
                </a:lnTo>
                <a:lnTo>
                  <a:pt x="11023" y="12970"/>
                </a:lnTo>
                <a:lnTo>
                  <a:pt x="10999" y="12994"/>
                </a:lnTo>
                <a:lnTo>
                  <a:pt x="10999" y="13043"/>
                </a:lnTo>
                <a:lnTo>
                  <a:pt x="11072" y="13213"/>
                </a:lnTo>
                <a:lnTo>
                  <a:pt x="11145" y="13359"/>
                </a:lnTo>
                <a:lnTo>
                  <a:pt x="11364" y="13651"/>
                </a:lnTo>
                <a:lnTo>
                  <a:pt x="11169" y="13651"/>
                </a:lnTo>
                <a:lnTo>
                  <a:pt x="11072" y="13481"/>
                </a:lnTo>
                <a:lnTo>
                  <a:pt x="10999" y="13286"/>
                </a:lnTo>
                <a:lnTo>
                  <a:pt x="10950" y="13213"/>
                </a:lnTo>
                <a:lnTo>
                  <a:pt x="10877" y="13165"/>
                </a:lnTo>
                <a:lnTo>
                  <a:pt x="10780" y="13116"/>
                </a:lnTo>
                <a:lnTo>
                  <a:pt x="10731" y="13116"/>
                </a:lnTo>
                <a:lnTo>
                  <a:pt x="10707" y="13140"/>
                </a:lnTo>
                <a:lnTo>
                  <a:pt x="10658" y="13213"/>
                </a:lnTo>
                <a:lnTo>
                  <a:pt x="10634" y="13311"/>
                </a:lnTo>
                <a:lnTo>
                  <a:pt x="10634" y="13408"/>
                </a:lnTo>
                <a:lnTo>
                  <a:pt x="10658" y="13481"/>
                </a:lnTo>
                <a:lnTo>
                  <a:pt x="10683" y="13627"/>
                </a:lnTo>
                <a:lnTo>
                  <a:pt x="10415" y="13603"/>
                </a:lnTo>
                <a:lnTo>
                  <a:pt x="10172" y="13530"/>
                </a:lnTo>
                <a:lnTo>
                  <a:pt x="9904" y="13457"/>
                </a:lnTo>
                <a:lnTo>
                  <a:pt x="9661" y="13359"/>
                </a:lnTo>
                <a:lnTo>
                  <a:pt x="9442" y="13238"/>
                </a:lnTo>
                <a:lnTo>
                  <a:pt x="9198" y="13092"/>
                </a:lnTo>
                <a:lnTo>
                  <a:pt x="8979" y="12946"/>
                </a:lnTo>
                <a:lnTo>
                  <a:pt x="8785" y="12775"/>
                </a:lnTo>
                <a:lnTo>
                  <a:pt x="8590" y="12581"/>
                </a:lnTo>
                <a:lnTo>
                  <a:pt x="8420" y="12386"/>
                </a:lnTo>
                <a:lnTo>
                  <a:pt x="8249" y="12167"/>
                </a:lnTo>
                <a:lnTo>
                  <a:pt x="8103" y="11948"/>
                </a:lnTo>
                <a:lnTo>
                  <a:pt x="7957" y="11705"/>
                </a:lnTo>
                <a:lnTo>
                  <a:pt x="7836" y="11461"/>
                </a:lnTo>
                <a:lnTo>
                  <a:pt x="7738" y="11218"/>
                </a:lnTo>
                <a:lnTo>
                  <a:pt x="7665" y="10950"/>
                </a:lnTo>
                <a:lnTo>
                  <a:pt x="7592" y="10610"/>
                </a:lnTo>
                <a:lnTo>
                  <a:pt x="7568" y="10245"/>
                </a:lnTo>
                <a:lnTo>
                  <a:pt x="7568" y="9880"/>
                </a:lnTo>
                <a:lnTo>
                  <a:pt x="7617" y="9539"/>
                </a:lnTo>
                <a:lnTo>
                  <a:pt x="7714" y="9174"/>
                </a:lnTo>
                <a:lnTo>
                  <a:pt x="7811" y="8834"/>
                </a:lnTo>
                <a:lnTo>
                  <a:pt x="7957" y="8517"/>
                </a:lnTo>
                <a:lnTo>
                  <a:pt x="8152" y="8201"/>
                </a:lnTo>
                <a:lnTo>
                  <a:pt x="8274" y="8006"/>
                </a:lnTo>
                <a:lnTo>
                  <a:pt x="8444" y="7812"/>
                </a:lnTo>
                <a:lnTo>
                  <a:pt x="8590" y="7641"/>
                </a:lnTo>
                <a:lnTo>
                  <a:pt x="8785" y="7471"/>
                </a:lnTo>
                <a:lnTo>
                  <a:pt x="9150" y="7179"/>
                </a:lnTo>
                <a:lnTo>
                  <a:pt x="9539" y="6936"/>
                </a:lnTo>
                <a:lnTo>
                  <a:pt x="9588" y="6984"/>
                </a:lnTo>
                <a:lnTo>
                  <a:pt x="9661" y="7033"/>
                </a:lnTo>
                <a:lnTo>
                  <a:pt x="9758" y="7057"/>
                </a:lnTo>
                <a:lnTo>
                  <a:pt x="9855" y="7033"/>
                </a:lnTo>
                <a:lnTo>
                  <a:pt x="10074" y="6960"/>
                </a:lnTo>
                <a:lnTo>
                  <a:pt x="10318" y="6911"/>
                </a:lnTo>
                <a:lnTo>
                  <a:pt x="10561" y="6863"/>
                </a:lnTo>
                <a:lnTo>
                  <a:pt x="10804" y="6863"/>
                </a:lnTo>
                <a:lnTo>
                  <a:pt x="11048" y="6838"/>
                </a:lnTo>
                <a:close/>
                <a:moveTo>
                  <a:pt x="2166" y="12410"/>
                </a:moveTo>
                <a:lnTo>
                  <a:pt x="2385" y="12435"/>
                </a:lnTo>
                <a:lnTo>
                  <a:pt x="2556" y="12483"/>
                </a:lnTo>
                <a:lnTo>
                  <a:pt x="2726" y="12605"/>
                </a:lnTo>
                <a:lnTo>
                  <a:pt x="2872" y="12727"/>
                </a:lnTo>
                <a:lnTo>
                  <a:pt x="3018" y="12897"/>
                </a:lnTo>
                <a:lnTo>
                  <a:pt x="3140" y="13092"/>
                </a:lnTo>
                <a:lnTo>
                  <a:pt x="2312" y="13530"/>
                </a:lnTo>
                <a:lnTo>
                  <a:pt x="2166" y="13603"/>
                </a:lnTo>
                <a:lnTo>
                  <a:pt x="1947" y="13773"/>
                </a:lnTo>
                <a:lnTo>
                  <a:pt x="1826" y="13846"/>
                </a:lnTo>
                <a:lnTo>
                  <a:pt x="1753" y="13943"/>
                </a:lnTo>
                <a:lnTo>
                  <a:pt x="1728" y="14041"/>
                </a:lnTo>
                <a:lnTo>
                  <a:pt x="1753" y="14065"/>
                </a:lnTo>
                <a:lnTo>
                  <a:pt x="1777" y="14089"/>
                </a:lnTo>
                <a:lnTo>
                  <a:pt x="1899" y="14162"/>
                </a:lnTo>
                <a:lnTo>
                  <a:pt x="2045" y="14162"/>
                </a:lnTo>
                <a:lnTo>
                  <a:pt x="2191" y="14114"/>
                </a:lnTo>
                <a:lnTo>
                  <a:pt x="2337" y="14065"/>
                </a:lnTo>
                <a:lnTo>
                  <a:pt x="2629" y="13919"/>
                </a:lnTo>
                <a:lnTo>
                  <a:pt x="2872" y="13773"/>
                </a:lnTo>
                <a:lnTo>
                  <a:pt x="3334" y="13530"/>
                </a:lnTo>
                <a:lnTo>
                  <a:pt x="3407" y="13895"/>
                </a:lnTo>
                <a:lnTo>
                  <a:pt x="3432" y="14235"/>
                </a:lnTo>
                <a:lnTo>
                  <a:pt x="3407" y="14381"/>
                </a:lnTo>
                <a:lnTo>
                  <a:pt x="3383" y="14552"/>
                </a:lnTo>
                <a:lnTo>
                  <a:pt x="3334" y="14698"/>
                </a:lnTo>
                <a:lnTo>
                  <a:pt x="3261" y="14819"/>
                </a:lnTo>
                <a:lnTo>
                  <a:pt x="3188" y="14941"/>
                </a:lnTo>
                <a:lnTo>
                  <a:pt x="3067" y="15063"/>
                </a:lnTo>
                <a:lnTo>
                  <a:pt x="2969" y="15160"/>
                </a:lnTo>
                <a:lnTo>
                  <a:pt x="2848" y="15233"/>
                </a:lnTo>
                <a:lnTo>
                  <a:pt x="2702" y="15330"/>
                </a:lnTo>
                <a:lnTo>
                  <a:pt x="2580" y="15379"/>
                </a:lnTo>
                <a:lnTo>
                  <a:pt x="2288" y="15476"/>
                </a:lnTo>
                <a:lnTo>
                  <a:pt x="2118" y="15476"/>
                </a:lnTo>
                <a:lnTo>
                  <a:pt x="1972" y="15501"/>
                </a:lnTo>
                <a:lnTo>
                  <a:pt x="1826" y="15476"/>
                </a:lnTo>
                <a:lnTo>
                  <a:pt x="1655" y="15452"/>
                </a:lnTo>
                <a:lnTo>
                  <a:pt x="1509" y="15403"/>
                </a:lnTo>
                <a:lnTo>
                  <a:pt x="1363" y="15355"/>
                </a:lnTo>
                <a:lnTo>
                  <a:pt x="1242" y="15282"/>
                </a:lnTo>
                <a:lnTo>
                  <a:pt x="1120" y="15184"/>
                </a:lnTo>
                <a:lnTo>
                  <a:pt x="1023" y="15087"/>
                </a:lnTo>
                <a:lnTo>
                  <a:pt x="925" y="14965"/>
                </a:lnTo>
                <a:lnTo>
                  <a:pt x="779" y="14722"/>
                </a:lnTo>
                <a:lnTo>
                  <a:pt x="658" y="14430"/>
                </a:lnTo>
                <a:lnTo>
                  <a:pt x="609" y="14138"/>
                </a:lnTo>
                <a:lnTo>
                  <a:pt x="609" y="13822"/>
                </a:lnTo>
                <a:lnTo>
                  <a:pt x="658" y="13530"/>
                </a:lnTo>
                <a:lnTo>
                  <a:pt x="706" y="13384"/>
                </a:lnTo>
                <a:lnTo>
                  <a:pt x="779" y="13238"/>
                </a:lnTo>
                <a:lnTo>
                  <a:pt x="852" y="13092"/>
                </a:lnTo>
                <a:lnTo>
                  <a:pt x="950" y="12970"/>
                </a:lnTo>
                <a:lnTo>
                  <a:pt x="1193" y="12727"/>
                </a:lnTo>
                <a:lnTo>
                  <a:pt x="1436" y="12532"/>
                </a:lnTo>
                <a:lnTo>
                  <a:pt x="1509" y="12581"/>
                </a:lnTo>
                <a:lnTo>
                  <a:pt x="1582" y="12605"/>
                </a:lnTo>
                <a:lnTo>
                  <a:pt x="1655" y="12605"/>
                </a:lnTo>
                <a:lnTo>
                  <a:pt x="1728" y="12581"/>
                </a:lnTo>
                <a:lnTo>
                  <a:pt x="1972" y="12459"/>
                </a:lnTo>
                <a:lnTo>
                  <a:pt x="2166" y="12410"/>
                </a:lnTo>
                <a:close/>
                <a:moveTo>
                  <a:pt x="10950" y="17496"/>
                </a:moveTo>
                <a:lnTo>
                  <a:pt x="11194" y="17569"/>
                </a:lnTo>
                <a:lnTo>
                  <a:pt x="11413" y="17666"/>
                </a:lnTo>
                <a:lnTo>
                  <a:pt x="11632" y="17812"/>
                </a:lnTo>
                <a:lnTo>
                  <a:pt x="11802" y="17958"/>
                </a:lnTo>
                <a:lnTo>
                  <a:pt x="11948" y="18153"/>
                </a:lnTo>
                <a:lnTo>
                  <a:pt x="12094" y="18372"/>
                </a:lnTo>
                <a:lnTo>
                  <a:pt x="12167" y="18615"/>
                </a:lnTo>
                <a:lnTo>
                  <a:pt x="12240" y="18883"/>
                </a:lnTo>
                <a:lnTo>
                  <a:pt x="12240" y="19077"/>
                </a:lnTo>
                <a:lnTo>
                  <a:pt x="12240" y="19248"/>
                </a:lnTo>
                <a:lnTo>
                  <a:pt x="12216" y="19418"/>
                </a:lnTo>
                <a:lnTo>
                  <a:pt x="12167" y="19588"/>
                </a:lnTo>
                <a:lnTo>
                  <a:pt x="12094" y="19734"/>
                </a:lnTo>
                <a:lnTo>
                  <a:pt x="12021" y="19880"/>
                </a:lnTo>
                <a:lnTo>
                  <a:pt x="11924" y="20002"/>
                </a:lnTo>
                <a:lnTo>
                  <a:pt x="11826" y="20124"/>
                </a:lnTo>
                <a:lnTo>
                  <a:pt x="11705" y="20245"/>
                </a:lnTo>
                <a:lnTo>
                  <a:pt x="11559" y="20343"/>
                </a:lnTo>
                <a:lnTo>
                  <a:pt x="11413" y="20416"/>
                </a:lnTo>
                <a:lnTo>
                  <a:pt x="11267" y="20489"/>
                </a:lnTo>
                <a:lnTo>
                  <a:pt x="11121" y="20562"/>
                </a:lnTo>
                <a:lnTo>
                  <a:pt x="10950" y="20610"/>
                </a:lnTo>
                <a:lnTo>
                  <a:pt x="10780" y="20635"/>
                </a:lnTo>
                <a:lnTo>
                  <a:pt x="10610" y="20659"/>
                </a:lnTo>
                <a:lnTo>
                  <a:pt x="10439" y="20635"/>
                </a:lnTo>
                <a:lnTo>
                  <a:pt x="10293" y="20610"/>
                </a:lnTo>
                <a:lnTo>
                  <a:pt x="10147" y="20586"/>
                </a:lnTo>
                <a:lnTo>
                  <a:pt x="10001" y="20513"/>
                </a:lnTo>
                <a:lnTo>
                  <a:pt x="9855" y="20464"/>
                </a:lnTo>
                <a:lnTo>
                  <a:pt x="9734" y="20367"/>
                </a:lnTo>
                <a:lnTo>
                  <a:pt x="9612" y="20270"/>
                </a:lnTo>
                <a:lnTo>
                  <a:pt x="9515" y="20148"/>
                </a:lnTo>
                <a:lnTo>
                  <a:pt x="9320" y="19905"/>
                </a:lnTo>
                <a:lnTo>
                  <a:pt x="9198" y="19637"/>
                </a:lnTo>
                <a:lnTo>
                  <a:pt x="9101" y="19345"/>
                </a:lnTo>
                <a:lnTo>
                  <a:pt x="9101" y="19175"/>
                </a:lnTo>
                <a:lnTo>
                  <a:pt x="9077" y="19029"/>
                </a:lnTo>
                <a:lnTo>
                  <a:pt x="9101" y="18883"/>
                </a:lnTo>
                <a:lnTo>
                  <a:pt x="9125" y="18712"/>
                </a:lnTo>
                <a:lnTo>
                  <a:pt x="9174" y="18566"/>
                </a:lnTo>
                <a:lnTo>
                  <a:pt x="9247" y="18420"/>
                </a:lnTo>
                <a:lnTo>
                  <a:pt x="9417" y="18177"/>
                </a:lnTo>
                <a:lnTo>
                  <a:pt x="9612" y="17934"/>
                </a:lnTo>
                <a:lnTo>
                  <a:pt x="9782" y="17812"/>
                </a:lnTo>
                <a:lnTo>
                  <a:pt x="9953" y="17690"/>
                </a:lnTo>
                <a:lnTo>
                  <a:pt x="10147" y="17617"/>
                </a:lnTo>
                <a:lnTo>
                  <a:pt x="10342" y="17544"/>
                </a:lnTo>
                <a:lnTo>
                  <a:pt x="10342" y="17544"/>
                </a:lnTo>
                <a:lnTo>
                  <a:pt x="10318" y="18323"/>
                </a:lnTo>
                <a:lnTo>
                  <a:pt x="10342" y="18688"/>
                </a:lnTo>
                <a:lnTo>
                  <a:pt x="10342" y="18883"/>
                </a:lnTo>
                <a:lnTo>
                  <a:pt x="10391" y="19053"/>
                </a:lnTo>
                <a:lnTo>
                  <a:pt x="10439" y="19150"/>
                </a:lnTo>
                <a:lnTo>
                  <a:pt x="10488" y="19199"/>
                </a:lnTo>
                <a:lnTo>
                  <a:pt x="10561" y="19223"/>
                </a:lnTo>
                <a:lnTo>
                  <a:pt x="10707" y="19223"/>
                </a:lnTo>
                <a:lnTo>
                  <a:pt x="10756" y="19199"/>
                </a:lnTo>
                <a:lnTo>
                  <a:pt x="10829" y="19150"/>
                </a:lnTo>
                <a:lnTo>
                  <a:pt x="10853" y="19053"/>
                </a:lnTo>
                <a:lnTo>
                  <a:pt x="10926" y="18688"/>
                </a:lnTo>
                <a:lnTo>
                  <a:pt x="10950" y="18299"/>
                </a:lnTo>
                <a:lnTo>
                  <a:pt x="10950" y="17885"/>
                </a:lnTo>
                <a:lnTo>
                  <a:pt x="10950" y="17496"/>
                </a:lnTo>
                <a:close/>
                <a:moveTo>
                  <a:pt x="17861" y="1"/>
                </a:moveTo>
                <a:lnTo>
                  <a:pt x="17715" y="25"/>
                </a:lnTo>
                <a:lnTo>
                  <a:pt x="17447" y="98"/>
                </a:lnTo>
                <a:lnTo>
                  <a:pt x="17204" y="171"/>
                </a:lnTo>
                <a:lnTo>
                  <a:pt x="17009" y="293"/>
                </a:lnTo>
                <a:lnTo>
                  <a:pt x="16839" y="415"/>
                </a:lnTo>
                <a:lnTo>
                  <a:pt x="16668" y="585"/>
                </a:lnTo>
                <a:lnTo>
                  <a:pt x="16522" y="755"/>
                </a:lnTo>
                <a:lnTo>
                  <a:pt x="16401" y="950"/>
                </a:lnTo>
                <a:lnTo>
                  <a:pt x="16303" y="1145"/>
                </a:lnTo>
                <a:lnTo>
                  <a:pt x="16230" y="1363"/>
                </a:lnTo>
                <a:lnTo>
                  <a:pt x="16157" y="1558"/>
                </a:lnTo>
                <a:lnTo>
                  <a:pt x="16109" y="1801"/>
                </a:lnTo>
                <a:lnTo>
                  <a:pt x="16084" y="2020"/>
                </a:lnTo>
                <a:lnTo>
                  <a:pt x="16084" y="2239"/>
                </a:lnTo>
                <a:lnTo>
                  <a:pt x="16109" y="2483"/>
                </a:lnTo>
                <a:lnTo>
                  <a:pt x="16157" y="2702"/>
                </a:lnTo>
                <a:lnTo>
                  <a:pt x="16206" y="2921"/>
                </a:lnTo>
                <a:lnTo>
                  <a:pt x="16352" y="3334"/>
                </a:lnTo>
                <a:lnTo>
                  <a:pt x="16449" y="3578"/>
                </a:lnTo>
                <a:lnTo>
                  <a:pt x="16571" y="3821"/>
                </a:lnTo>
                <a:lnTo>
                  <a:pt x="16206" y="4259"/>
                </a:lnTo>
                <a:lnTo>
                  <a:pt x="15792" y="4697"/>
                </a:lnTo>
                <a:lnTo>
                  <a:pt x="15062" y="5378"/>
                </a:lnTo>
                <a:lnTo>
                  <a:pt x="14308" y="6060"/>
                </a:lnTo>
                <a:lnTo>
                  <a:pt x="13773" y="6522"/>
                </a:lnTo>
                <a:lnTo>
                  <a:pt x="13651" y="6644"/>
                </a:lnTo>
                <a:lnTo>
                  <a:pt x="13530" y="6765"/>
                </a:lnTo>
                <a:lnTo>
                  <a:pt x="13432" y="6911"/>
                </a:lnTo>
                <a:lnTo>
                  <a:pt x="13384" y="7057"/>
                </a:lnTo>
                <a:lnTo>
                  <a:pt x="13043" y="6838"/>
                </a:lnTo>
                <a:lnTo>
                  <a:pt x="12678" y="6644"/>
                </a:lnTo>
                <a:lnTo>
                  <a:pt x="12289" y="6498"/>
                </a:lnTo>
                <a:lnTo>
                  <a:pt x="11899" y="6400"/>
                </a:lnTo>
                <a:lnTo>
                  <a:pt x="11510" y="6303"/>
                </a:lnTo>
                <a:lnTo>
                  <a:pt x="11096" y="6279"/>
                </a:lnTo>
                <a:lnTo>
                  <a:pt x="10683" y="6279"/>
                </a:lnTo>
                <a:lnTo>
                  <a:pt x="10269" y="6327"/>
                </a:lnTo>
                <a:lnTo>
                  <a:pt x="10245" y="6303"/>
                </a:lnTo>
                <a:lnTo>
                  <a:pt x="9977" y="6303"/>
                </a:lnTo>
                <a:lnTo>
                  <a:pt x="9758" y="6352"/>
                </a:lnTo>
                <a:lnTo>
                  <a:pt x="9563" y="6400"/>
                </a:lnTo>
                <a:lnTo>
                  <a:pt x="9369" y="6473"/>
                </a:lnTo>
                <a:lnTo>
                  <a:pt x="9174" y="6546"/>
                </a:lnTo>
                <a:lnTo>
                  <a:pt x="8979" y="6668"/>
                </a:lnTo>
                <a:lnTo>
                  <a:pt x="8639" y="6911"/>
                </a:lnTo>
                <a:lnTo>
                  <a:pt x="8468" y="6668"/>
                </a:lnTo>
                <a:lnTo>
                  <a:pt x="8274" y="6425"/>
                </a:lnTo>
                <a:lnTo>
                  <a:pt x="7884" y="5987"/>
                </a:lnTo>
                <a:lnTo>
                  <a:pt x="6838" y="4770"/>
                </a:lnTo>
                <a:lnTo>
                  <a:pt x="6984" y="4648"/>
                </a:lnTo>
                <a:lnTo>
                  <a:pt x="7106" y="4502"/>
                </a:lnTo>
                <a:lnTo>
                  <a:pt x="7252" y="4308"/>
                </a:lnTo>
                <a:lnTo>
                  <a:pt x="7349" y="4113"/>
                </a:lnTo>
                <a:lnTo>
                  <a:pt x="7398" y="3894"/>
                </a:lnTo>
                <a:lnTo>
                  <a:pt x="7446" y="3675"/>
                </a:lnTo>
                <a:lnTo>
                  <a:pt x="7446" y="3456"/>
                </a:lnTo>
                <a:lnTo>
                  <a:pt x="7446" y="3213"/>
                </a:lnTo>
                <a:lnTo>
                  <a:pt x="7422" y="2994"/>
                </a:lnTo>
                <a:lnTo>
                  <a:pt x="7373" y="2775"/>
                </a:lnTo>
                <a:lnTo>
                  <a:pt x="7252" y="2312"/>
                </a:lnTo>
                <a:lnTo>
                  <a:pt x="7154" y="2093"/>
                </a:lnTo>
                <a:lnTo>
                  <a:pt x="7057" y="1899"/>
                </a:lnTo>
                <a:lnTo>
                  <a:pt x="6936" y="1704"/>
                </a:lnTo>
                <a:lnTo>
                  <a:pt x="6814" y="1509"/>
                </a:lnTo>
                <a:lnTo>
                  <a:pt x="6644" y="1339"/>
                </a:lnTo>
                <a:lnTo>
                  <a:pt x="6473" y="1193"/>
                </a:lnTo>
                <a:lnTo>
                  <a:pt x="6254" y="1072"/>
                </a:lnTo>
                <a:lnTo>
                  <a:pt x="6035" y="1023"/>
                </a:lnTo>
                <a:lnTo>
                  <a:pt x="5792" y="999"/>
                </a:lnTo>
                <a:lnTo>
                  <a:pt x="5573" y="1047"/>
                </a:lnTo>
                <a:lnTo>
                  <a:pt x="5354" y="999"/>
                </a:lnTo>
                <a:lnTo>
                  <a:pt x="5135" y="999"/>
                </a:lnTo>
                <a:lnTo>
                  <a:pt x="4940" y="1047"/>
                </a:lnTo>
                <a:lnTo>
                  <a:pt x="4770" y="1096"/>
                </a:lnTo>
                <a:lnTo>
                  <a:pt x="4575" y="1193"/>
                </a:lnTo>
                <a:lnTo>
                  <a:pt x="4429" y="1290"/>
                </a:lnTo>
                <a:lnTo>
                  <a:pt x="4259" y="1436"/>
                </a:lnTo>
                <a:lnTo>
                  <a:pt x="4113" y="1582"/>
                </a:lnTo>
                <a:lnTo>
                  <a:pt x="3991" y="1753"/>
                </a:lnTo>
                <a:lnTo>
                  <a:pt x="3870" y="1923"/>
                </a:lnTo>
                <a:lnTo>
                  <a:pt x="3772" y="2118"/>
                </a:lnTo>
                <a:lnTo>
                  <a:pt x="3675" y="2288"/>
                </a:lnTo>
                <a:lnTo>
                  <a:pt x="3602" y="2507"/>
                </a:lnTo>
                <a:lnTo>
                  <a:pt x="3529" y="2702"/>
                </a:lnTo>
                <a:lnTo>
                  <a:pt x="3505" y="2896"/>
                </a:lnTo>
                <a:lnTo>
                  <a:pt x="3480" y="3091"/>
                </a:lnTo>
                <a:lnTo>
                  <a:pt x="3456" y="3334"/>
                </a:lnTo>
                <a:lnTo>
                  <a:pt x="3480" y="3578"/>
                </a:lnTo>
                <a:lnTo>
                  <a:pt x="3529" y="3821"/>
                </a:lnTo>
                <a:lnTo>
                  <a:pt x="3578" y="4016"/>
                </a:lnTo>
                <a:lnTo>
                  <a:pt x="3675" y="4235"/>
                </a:lnTo>
                <a:lnTo>
                  <a:pt x="3772" y="4405"/>
                </a:lnTo>
                <a:lnTo>
                  <a:pt x="3894" y="4575"/>
                </a:lnTo>
                <a:lnTo>
                  <a:pt x="4040" y="4721"/>
                </a:lnTo>
                <a:lnTo>
                  <a:pt x="4210" y="4867"/>
                </a:lnTo>
                <a:lnTo>
                  <a:pt x="4381" y="4965"/>
                </a:lnTo>
                <a:lnTo>
                  <a:pt x="4575" y="5062"/>
                </a:lnTo>
                <a:lnTo>
                  <a:pt x="4770" y="5135"/>
                </a:lnTo>
                <a:lnTo>
                  <a:pt x="4989" y="5208"/>
                </a:lnTo>
                <a:lnTo>
                  <a:pt x="5232" y="5232"/>
                </a:lnTo>
                <a:lnTo>
                  <a:pt x="5719" y="5232"/>
                </a:lnTo>
                <a:lnTo>
                  <a:pt x="5889" y="5184"/>
                </a:lnTo>
                <a:lnTo>
                  <a:pt x="6084" y="5159"/>
                </a:lnTo>
                <a:lnTo>
                  <a:pt x="6400" y="5038"/>
                </a:lnTo>
                <a:lnTo>
                  <a:pt x="6838" y="5573"/>
                </a:lnTo>
                <a:lnTo>
                  <a:pt x="7276" y="6084"/>
                </a:lnTo>
                <a:lnTo>
                  <a:pt x="7738" y="6692"/>
                </a:lnTo>
                <a:lnTo>
                  <a:pt x="7982" y="6984"/>
                </a:lnTo>
                <a:lnTo>
                  <a:pt x="8103" y="7106"/>
                </a:lnTo>
                <a:lnTo>
                  <a:pt x="8249" y="7228"/>
                </a:lnTo>
                <a:lnTo>
                  <a:pt x="7982" y="7520"/>
                </a:lnTo>
                <a:lnTo>
                  <a:pt x="7738" y="7812"/>
                </a:lnTo>
                <a:lnTo>
                  <a:pt x="7519" y="8152"/>
                </a:lnTo>
                <a:lnTo>
                  <a:pt x="7325" y="8517"/>
                </a:lnTo>
                <a:lnTo>
                  <a:pt x="7179" y="8907"/>
                </a:lnTo>
                <a:lnTo>
                  <a:pt x="7081" y="9320"/>
                </a:lnTo>
                <a:lnTo>
                  <a:pt x="7009" y="9734"/>
                </a:lnTo>
                <a:lnTo>
                  <a:pt x="7009" y="10147"/>
                </a:lnTo>
                <a:lnTo>
                  <a:pt x="7009" y="10561"/>
                </a:lnTo>
                <a:lnTo>
                  <a:pt x="7081" y="10975"/>
                </a:lnTo>
                <a:lnTo>
                  <a:pt x="7154" y="11340"/>
                </a:lnTo>
                <a:lnTo>
                  <a:pt x="6984" y="11364"/>
                </a:lnTo>
                <a:lnTo>
                  <a:pt x="6814" y="11413"/>
                </a:lnTo>
                <a:lnTo>
                  <a:pt x="6449" y="11559"/>
                </a:lnTo>
                <a:lnTo>
                  <a:pt x="5792" y="11851"/>
                </a:lnTo>
                <a:lnTo>
                  <a:pt x="4916" y="12216"/>
                </a:lnTo>
                <a:lnTo>
                  <a:pt x="4064" y="12605"/>
                </a:lnTo>
                <a:lnTo>
                  <a:pt x="3602" y="12848"/>
                </a:lnTo>
                <a:lnTo>
                  <a:pt x="3432" y="12629"/>
                </a:lnTo>
                <a:lnTo>
                  <a:pt x="3261" y="12435"/>
                </a:lnTo>
                <a:lnTo>
                  <a:pt x="3091" y="12264"/>
                </a:lnTo>
                <a:lnTo>
                  <a:pt x="2872" y="12118"/>
                </a:lnTo>
                <a:lnTo>
                  <a:pt x="2653" y="12021"/>
                </a:lnTo>
                <a:lnTo>
                  <a:pt x="2434" y="11948"/>
                </a:lnTo>
                <a:lnTo>
                  <a:pt x="2191" y="11924"/>
                </a:lnTo>
                <a:lnTo>
                  <a:pt x="1923" y="11948"/>
                </a:lnTo>
                <a:lnTo>
                  <a:pt x="1777" y="11924"/>
                </a:lnTo>
                <a:lnTo>
                  <a:pt x="1631" y="11948"/>
                </a:lnTo>
                <a:lnTo>
                  <a:pt x="1461" y="11972"/>
                </a:lnTo>
                <a:lnTo>
                  <a:pt x="1315" y="12045"/>
                </a:lnTo>
                <a:lnTo>
                  <a:pt x="1023" y="12191"/>
                </a:lnTo>
                <a:lnTo>
                  <a:pt x="804" y="12386"/>
                </a:lnTo>
                <a:lnTo>
                  <a:pt x="633" y="12532"/>
                </a:lnTo>
                <a:lnTo>
                  <a:pt x="487" y="12678"/>
                </a:lnTo>
                <a:lnTo>
                  <a:pt x="366" y="12848"/>
                </a:lnTo>
                <a:lnTo>
                  <a:pt x="268" y="13043"/>
                </a:lnTo>
                <a:lnTo>
                  <a:pt x="171" y="13238"/>
                </a:lnTo>
                <a:lnTo>
                  <a:pt x="98" y="13432"/>
                </a:lnTo>
                <a:lnTo>
                  <a:pt x="49" y="13651"/>
                </a:lnTo>
                <a:lnTo>
                  <a:pt x="25" y="13846"/>
                </a:lnTo>
                <a:lnTo>
                  <a:pt x="1" y="14089"/>
                </a:lnTo>
                <a:lnTo>
                  <a:pt x="25" y="14308"/>
                </a:lnTo>
                <a:lnTo>
                  <a:pt x="74" y="14503"/>
                </a:lnTo>
                <a:lnTo>
                  <a:pt x="122" y="14722"/>
                </a:lnTo>
                <a:lnTo>
                  <a:pt x="195" y="14917"/>
                </a:lnTo>
                <a:lnTo>
                  <a:pt x="317" y="15087"/>
                </a:lnTo>
                <a:lnTo>
                  <a:pt x="439" y="15257"/>
                </a:lnTo>
                <a:lnTo>
                  <a:pt x="560" y="15428"/>
                </a:lnTo>
                <a:lnTo>
                  <a:pt x="706" y="15574"/>
                </a:lnTo>
                <a:lnTo>
                  <a:pt x="877" y="15695"/>
                </a:lnTo>
                <a:lnTo>
                  <a:pt x="1071" y="15817"/>
                </a:lnTo>
                <a:lnTo>
                  <a:pt x="1242" y="15914"/>
                </a:lnTo>
                <a:lnTo>
                  <a:pt x="1436" y="15987"/>
                </a:lnTo>
                <a:lnTo>
                  <a:pt x="1655" y="16036"/>
                </a:lnTo>
                <a:lnTo>
                  <a:pt x="1850" y="16085"/>
                </a:lnTo>
                <a:lnTo>
                  <a:pt x="2312" y="16085"/>
                </a:lnTo>
                <a:lnTo>
                  <a:pt x="2531" y="16036"/>
                </a:lnTo>
                <a:lnTo>
                  <a:pt x="2726" y="15963"/>
                </a:lnTo>
                <a:lnTo>
                  <a:pt x="2921" y="15890"/>
                </a:lnTo>
                <a:lnTo>
                  <a:pt x="3091" y="15793"/>
                </a:lnTo>
                <a:lnTo>
                  <a:pt x="3237" y="15671"/>
                </a:lnTo>
                <a:lnTo>
                  <a:pt x="3383" y="15525"/>
                </a:lnTo>
                <a:lnTo>
                  <a:pt x="3529" y="15355"/>
                </a:lnTo>
                <a:lnTo>
                  <a:pt x="3626" y="15184"/>
                </a:lnTo>
                <a:lnTo>
                  <a:pt x="3724" y="15014"/>
                </a:lnTo>
                <a:lnTo>
                  <a:pt x="3797" y="14819"/>
                </a:lnTo>
                <a:lnTo>
                  <a:pt x="3870" y="14625"/>
                </a:lnTo>
                <a:lnTo>
                  <a:pt x="3918" y="14406"/>
                </a:lnTo>
                <a:lnTo>
                  <a:pt x="3918" y="14211"/>
                </a:lnTo>
                <a:lnTo>
                  <a:pt x="3943" y="13992"/>
                </a:lnTo>
                <a:lnTo>
                  <a:pt x="3918" y="13773"/>
                </a:lnTo>
                <a:lnTo>
                  <a:pt x="3870" y="13530"/>
                </a:lnTo>
                <a:lnTo>
                  <a:pt x="3797" y="13311"/>
                </a:lnTo>
                <a:lnTo>
                  <a:pt x="4502" y="12970"/>
                </a:lnTo>
                <a:lnTo>
                  <a:pt x="5378" y="12581"/>
                </a:lnTo>
                <a:lnTo>
                  <a:pt x="6254" y="12216"/>
                </a:lnTo>
                <a:lnTo>
                  <a:pt x="6522" y="12118"/>
                </a:lnTo>
                <a:lnTo>
                  <a:pt x="6790" y="12021"/>
                </a:lnTo>
                <a:lnTo>
                  <a:pt x="7081" y="11924"/>
                </a:lnTo>
                <a:lnTo>
                  <a:pt x="7203" y="11851"/>
                </a:lnTo>
                <a:lnTo>
                  <a:pt x="7325" y="11778"/>
                </a:lnTo>
                <a:lnTo>
                  <a:pt x="7422" y="12021"/>
                </a:lnTo>
                <a:lnTo>
                  <a:pt x="7544" y="12240"/>
                </a:lnTo>
                <a:lnTo>
                  <a:pt x="7690" y="12459"/>
                </a:lnTo>
                <a:lnTo>
                  <a:pt x="7836" y="12678"/>
                </a:lnTo>
                <a:lnTo>
                  <a:pt x="8006" y="12873"/>
                </a:lnTo>
                <a:lnTo>
                  <a:pt x="8176" y="13043"/>
                </a:lnTo>
                <a:lnTo>
                  <a:pt x="8371" y="13213"/>
                </a:lnTo>
                <a:lnTo>
                  <a:pt x="8566" y="13384"/>
                </a:lnTo>
                <a:lnTo>
                  <a:pt x="8785" y="13530"/>
                </a:lnTo>
                <a:lnTo>
                  <a:pt x="9004" y="13651"/>
                </a:lnTo>
                <a:lnTo>
                  <a:pt x="9223" y="13773"/>
                </a:lnTo>
                <a:lnTo>
                  <a:pt x="9466" y="13870"/>
                </a:lnTo>
                <a:lnTo>
                  <a:pt x="9685" y="13968"/>
                </a:lnTo>
                <a:lnTo>
                  <a:pt x="9928" y="14041"/>
                </a:lnTo>
                <a:lnTo>
                  <a:pt x="10196" y="14114"/>
                </a:lnTo>
                <a:lnTo>
                  <a:pt x="10439" y="14162"/>
                </a:lnTo>
                <a:lnTo>
                  <a:pt x="10391" y="14308"/>
                </a:lnTo>
                <a:lnTo>
                  <a:pt x="10366" y="14454"/>
                </a:lnTo>
                <a:lnTo>
                  <a:pt x="10342" y="14844"/>
                </a:lnTo>
                <a:lnTo>
                  <a:pt x="10342" y="15209"/>
                </a:lnTo>
                <a:lnTo>
                  <a:pt x="10342" y="15963"/>
                </a:lnTo>
                <a:lnTo>
                  <a:pt x="10342" y="16936"/>
                </a:lnTo>
                <a:lnTo>
                  <a:pt x="10220" y="16961"/>
                </a:lnTo>
                <a:lnTo>
                  <a:pt x="10147" y="16985"/>
                </a:lnTo>
                <a:lnTo>
                  <a:pt x="10099" y="17034"/>
                </a:lnTo>
                <a:lnTo>
                  <a:pt x="10074" y="17082"/>
                </a:lnTo>
                <a:lnTo>
                  <a:pt x="10050" y="17155"/>
                </a:lnTo>
                <a:lnTo>
                  <a:pt x="9758" y="17253"/>
                </a:lnTo>
                <a:lnTo>
                  <a:pt x="9490" y="17399"/>
                </a:lnTo>
                <a:lnTo>
                  <a:pt x="9247" y="17569"/>
                </a:lnTo>
                <a:lnTo>
                  <a:pt x="9028" y="17763"/>
                </a:lnTo>
                <a:lnTo>
                  <a:pt x="8833" y="18007"/>
                </a:lnTo>
                <a:lnTo>
                  <a:pt x="8687" y="18299"/>
                </a:lnTo>
                <a:lnTo>
                  <a:pt x="8590" y="18591"/>
                </a:lnTo>
                <a:lnTo>
                  <a:pt x="8517" y="18907"/>
                </a:lnTo>
                <a:lnTo>
                  <a:pt x="8517" y="19126"/>
                </a:lnTo>
                <a:lnTo>
                  <a:pt x="8517" y="19345"/>
                </a:lnTo>
                <a:lnTo>
                  <a:pt x="8566" y="19564"/>
                </a:lnTo>
                <a:lnTo>
                  <a:pt x="8614" y="19783"/>
                </a:lnTo>
                <a:lnTo>
                  <a:pt x="8712" y="19978"/>
                </a:lnTo>
                <a:lnTo>
                  <a:pt x="8809" y="20172"/>
                </a:lnTo>
                <a:lnTo>
                  <a:pt x="8931" y="20343"/>
                </a:lnTo>
                <a:lnTo>
                  <a:pt x="9052" y="20513"/>
                </a:lnTo>
                <a:lnTo>
                  <a:pt x="9198" y="20659"/>
                </a:lnTo>
                <a:lnTo>
                  <a:pt x="9369" y="20805"/>
                </a:lnTo>
                <a:lnTo>
                  <a:pt x="9563" y="20927"/>
                </a:lnTo>
                <a:lnTo>
                  <a:pt x="9758" y="21024"/>
                </a:lnTo>
                <a:lnTo>
                  <a:pt x="9953" y="21121"/>
                </a:lnTo>
                <a:lnTo>
                  <a:pt x="10147" y="21170"/>
                </a:lnTo>
                <a:lnTo>
                  <a:pt x="10366" y="21219"/>
                </a:lnTo>
                <a:lnTo>
                  <a:pt x="10610" y="21243"/>
                </a:lnTo>
                <a:lnTo>
                  <a:pt x="10853" y="21243"/>
                </a:lnTo>
                <a:lnTo>
                  <a:pt x="11072" y="21194"/>
                </a:lnTo>
                <a:lnTo>
                  <a:pt x="11291" y="21146"/>
                </a:lnTo>
                <a:lnTo>
                  <a:pt x="11486" y="21073"/>
                </a:lnTo>
                <a:lnTo>
                  <a:pt x="11680" y="20975"/>
                </a:lnTo>
                <a:lnTo>
                  <a:pt x="11875" y="20854"/>
                </a:lnTo>
                <a:lnTo>
                  <a:pt x="12045" y="20708"/>
                </a:lnTo>
                <a:lnTo>
                  <a:pt x="12191" y="20537"/>
                </a:lnTo>
                <a:lnTo>
                  <a:pt x="12313" y="20367"/>
                </a:lnTo>
                <a:lnTo>
                  <a:pt x="12435" y="20172"/>
                </a:lnTo>
                <a:lnTo>
                  <a:pt x="12532" y="19978"/>
                </a:lnTo>
                <a:lnTo>
                  <a:pt x="12629" y="19783"/>
                </a:lnTo>
                <a:lnTo>
                  <a:pt x="12678" y="19564"/>
                </a:lnTo>
                <a:lnTo>
                  <a:pt x="12727" y="19345"/>
                </a:lnTo>
                <a:lnTo>
                  <a:pt x="12751" y="19126"/>
                </a:lnTo>
                <a:lnTo>
                  <a:pt x="12751" y="18883"/>
                </a:lnTo>
                <a:lnTo>
                  <a:pt x="12727" y="18712"/>
                </a:lnTo>
                <a:lnTo>
                  <a:pt x="12678" y="18518"/>
                </a:lnTo>
                <a:lnTo>
                  <a:pt x="12629" y="18347"/>
                </a:lnTo>
                <a:lnTo>
                  <a:pt x="12581" y="18177"/>
                </a:lnTo>
                <a:lnTo>
                  <a:pt x="12483" y="18031"/>
                </a:lnTo>
                <a:lnTo>
                  <a:pt x="12386" y="17885"/>
                </a:lnTo>
                <a:lnTo>
                  <a:pt x="12289" y="17739"/>
                </a:lnTo>
                <a:lnTo>
                  <a:pt x="12167" y="17617"/>
                </a:lnTo>
                <a:lnTo>
                  <a:pt x="11899" y="17374"/>
                </a:lnTo>
                <a:lnTo>
                  <a:pt x="11607" y="17180"/>
                </a:lnTo>
                <a:lnTo>
                  <a:pt x="11267" y="17058"/>
                </a:lnTo>
                <a:lnTo>
                  <a:pt x="10926" y="16961"/>
                </a:lnTo>
                <a:lnTo>
                  <a:pt x="10926" y="16717"/>
                </a:lnTo>
                <a:lnTo>
                  <a:pt x="10926" y="15598"/>
                </a:lnTo>
                <a:lnTo>
                  <a:pt x="10926" y="15014"/>
                </a:lnTo>
                <a:lnTo>
                  <a:pt x="10902" y="14649"/>
                </a:lnTo>
                <a:lnTo>
                  <a:pt x="10926" y="14454"/>
                </a:lnTo>
                <a:lnTo>
                  <a:pt x="10926" y="14381"/>
                </a:lnTo>
                <a:lnTo>
                  <a:pt x="10975" y="14308"/>
                </a:lnTo>
                <a:lnTo>
                  <a:pt x="10999" y="14211"/>
                </a:lnTo>
                <a:lnTo>
                  <a:pt x="11413" y="14187"/>
                </a:lnTo>
                <a:lnTo>
                  <a:pt x="11826" y="14114"/>
                </a:lnTo>
                <a:lnTo>
                  <a:pt x="11924" y="14114"/>
                </a:lnTo>
                <a:lnTo>
                  <a:pt x="11997" y="14089"/>
                </a:lnTo>
                <a:lnTo>
                  <a:pt x="12021" y="14065"/>
                </a:lnTo>
                <a:lnTo>
                  <a:pt x="12264" y="13992"/>
                </a:lnTo>
                <a:lnTo>
                  <a:pt x="12483" y="13919"/>
                </a:lnTo>
                <a:lnTo>
                  <a:pt x="12727" y="13822"/>
                </a:lnTo>
                <a:lnTo>
                  <a:pt x="12946" y="13700"/>
                </a:lnTo>
                <a:lnTo>
                  <a:pt x="13140" y="13578"/>
                </a:lnTo>
                <a:lnTo>
                  <a:pt x="13335" y="13432"/>
                </a:lnTo>
                <a:lnTo>
                  <a:pt x="13530" y="13286"/>
                </a:lnTo>
                <a:lnTo>
                  <a:pt x="13700" y="13116"/>
                </a:lnTo>
                <a:lnTo>
                  <a:pt x="13822" y="13140"/>
                </a:lnTo>
                <a:lnTo>
                  <a:pt x="13870" y="13116"/>
                </a:lnTo>
                <a:lnTo>
                  <a:pt x="13919" y="13067"/>
                </a:lnTo>
                <a:lnTo>
                  <a:pt x="13943" y="13043"/>
                </a:lnTo>
                <a:lnTo>
                  <a:pt x="13943" y="12970"/>
                </a:lnTo>
                <a:lnTo>
                  <a:pt x="13919" y="12921"/>
                </a:lnTo>
                <a:lnTo>
                  <a:pt x="14089" y="12727"/>
                </a:lnTo>
                <a:lnTo>
                  <a:pt x="14235" y="12508"/>
                </a:lnTo>
                <a:lnTo>
                  <a:pt x="14381" y="12289"/>
                </a:lnTo>
                <a:lnTo>
                  <a:pt x="14503" y="12045"/>
                </a:lnTo>
                <a:lnTo>
                  <a:pt x="14625" y="11802"/>
                </a:lnTo>
                <a:lnTo>
                  <a:pt x="14722" y="11559"/>
                </a:lnTo>
                <a:lnTo>
                  <a:pt x="14795" y="11315"/>
                </a:lnTo>
                <a:lnTo>
                  <a:pt x="14868" y="11048"/>
                </a:lnTo>
                <a:lnTo>
                  <a:pt x="14989" y="11096"/>
                </a:lnTo>
                <a:lnTo>
                  <a:pt x="15135" y="11145"/>
                </a:lnTo>
                <a:lnTo>
                  <a:pt x="15403" y="11169"/>
                </a:lnTo>
                <a:lnTo>
                  <a:pt x="16912" y="11364"/>
                </a:lnTo>
                <a:lnTo>
                  <a:pt x="17885" y="11510"/>
                </a:lnTo>
                <a:lnTo>
                  <a:pt x="17909" y="11753"/>
                </a:lnTo>
                <a:lnTo>
                  <a:pt x="17982" y="11997"/>
                </a:lnTo>
                <a:lnTo>
                  <a:pt x="18055" y="12264"/>
                </a:lnTo>
                <a:lnTo>
                  <a:pt x="18177" y="12483"/>
                </a:lnTo>
                <a:lnTo>
                  <a:pt x="18299" y="12678"/>
                </a:lnTo>
                <a:lnTo>
                  <a:pt x="18445" y="12848"/>
                </a:lnTo>
                <a:lnTo>
                  <a:pt x="18615" y="13019"/>
                </a:lnTo>
                <a:lnTo>
                  <a:pt x="18785" y="13140"/>
                </a:lnTo>
                <a:lnTo>
                  <a:pt x="18956" y="13262"/>
                </a:lnTo>
                <a:lnTo>
                  <a:pt x="19150" y="13359"/>
                </a:lnTo>
                <a:lnTo>
                  <a:pt x="19345" y="13432"/>
                </a:lnTo>
                <a:lnTo>
                  <a:pt x="19564" y="13481"/>
                </a:lnTo>
                <a:lnTo>
                  <a:pt x="19759" y="13505"/>
                </a:lnTo>
                <a:lnTo>
                  <a:pt x="19978" y="13530"/>
                </a:lnTo>
                <a:lnTo>
                  <a:pt x="20197" y="13530"/>
                </a:lnTo>
                <a:lnTo>
                  <a:pt x="20416" y="13505"/>
                </a:lnTo>
                <a:lnTo>
                  <a:pt x="20610" y="13457"/>
                </a:lnTo>
                <a:lnTo>
                  <a:pt x="20829" y="13384"/>
                </a:lnTo>
                <a:lnTo>
                  <a:pt x="21024" y="13311"/>
                </a:lnTo>
                <a:lnTo>
                  <a:pt x="21219" y="13189"/>
                </a:lnTo>
                <a:lnTo>
                  <a:pt x="21413" y="13067"/>
                </a:lnTo>
                <a:lnTo>
                  <a:pt x="21608" y="12921"/>
                </a:lnTo>
                <a:lnTo>
                  <a:pt x="21754" y="12751"/>
                </a:lnTo>
                <a:lnTo>
                  <a:pt x="21876" y="12581"/>
                </a:lnTo>
                <a:lnTo>
                  <a:pt x="21973" y="12386"/>
                </a:lnTo>
                <a:lnTo>
                  <a:pt x="22070" y="12191"/>
                </a:lnTo>
                <a:lnTo>
                  <a:pt x="22119" y="11997"/>
                </a:lnTo>
                <a:lnTo>
                  <a:pt x="22168" y="11778"/>
                </a:lnTo>
                <a:lnTo>
                  <a:pt x="22192" y="11583"/>
                </a:lnTo>
                <a:lnTo>
                  <a:pt x="22192" y="11364"/>
                </a:lnTo>
                <a:lnTo>
                  <a:pt x="22143" y="11145"/>
                </a:lnTo>
                <a:lnTo>
                  <a:pt x="22095" y="10926"/>
                </a:lnTo>
                <a:lnTo>
                  <a:pt x="22022" y="10731"/>
                </a:lnTo>
                <a:lnTo>
                  <a:pt x="21949" y="10537"/>
                </a:lnTo>
                <a:lnTo>
                  <a:pt x="21827" y="10342"/>
                </a:lnTo>
                <a:lnTo>
                  <a:pt x="21681" y="10172"/>
                </a:lnTo>
                <a:lnTo>
                  <a:pt x="21559" y="10050"/>
                </a:lnTo>
                <a:lnTo>
                  <a:pt x="21413" y="9928"/>
                </a:lnTo>
                <a:lnTo>
                  <a:pt x="21267" y="9831"/>
                </a:lnTo>
                <a:lnTo>
                  <a:pt x="21121" y="9734"/>
                </a:lnTo>
                <a:lnTo>
                  <a:pt x="20951" y="9661"/>
                </a:lnTo>
                <a:lnTo>
                  <a:pt x="20781" y="9612"/>
                </a:lnTo>
                <a:lnTo>
                  <a:pt x="20416" y="9515"/>
                </a:lnTo>
                <a:lnTo>
                  <a:pt x="20026" y="9466"/>
                </a:lnTo>
                <a:lnTo>
                  <a:pt x="19661" y="9490"/>
                </a:lnTo>
                <a:lnTo>
                  <a:pt x="19467" y="9515"/>
                </a:lnTo>
                <a:lnTo>
                  <a:pt x="19296" y="9563"/>
                </a:lnTo>
                <a:lnTo>
                  <a:pt x="19126" y="9636"/>
                </a:lnTo>
                <a:lnTo>
                  <a:pt x="18956" y="9709"/>
                </a:lnTo>
                <a:lnTo>
                  <a:pt x="18931" y="9709"/>
                </a:lnTo>
                <a:lnTo>
                  <a:pt x="18737" y="9807"/>
                </a:lnTo>
                <a:lnTo>
                  <a:pt x="18542" y="9928"/>
                </a:lnTo>
                <a:lnTo>
                  <a:pt x="18372" y="10074"/>
                </a:lnTo>
                <a:lnTo>
                  <a:pt x="18250" y="10245"/>
                </a:lnTo>
                <a:lnTo>
                  <a:pt x="18128" y="10415"/>
                </a:lnTo>
                <a:lnTo>
                  <a:pt x="18031" y="10610"/>
                </a:lnTo>
                <a:lnTo>
                  <a:pt x="17958" y="10804"/>
                </a:lnTo>
                <a:lnTo>
                  <a:pt x="17909" y="11023"/>
                </a:lnTo>
                <a:lnTo>
                  <a:pt x="16595" y="10853"/>
                </a:lnTo>
                <a:lnTo>
                  <a:pt x="15890" y="10756"/>
                </a:lnTo>
                <a:lnTo>
                  <a:pt x="15354" y="10707"/>
                </a:lnTo>
                <a:lnTo>
                  <a:pt x="15111" y="10683"/>
                </a:lnTo>
                <a:lnTo>
                  <a:pt x="14917" y="10707"/>
                </a:lnTo>
                <a:lnTo>
                  <a:pt x="14941" y="10366"/>
                </a:lnTo>
                <a:lnTo>
                  <a:pt x="14941" y="10001"/>
                </a:lnTo>
                <a:lnTo>
                  <a:pt x="14917" y="9636"/>
                </a:lnTo>
                <a:lnTo>
                  <a:pt x="14844" y="9296"/>
                </a:lnTo>
                <a:lnTo>
                  <a:pt x="14892" y="9247"/>
                </a:lnTo>
                <a:lnTo>
                  <a:pt x="14892" y="9223"/>
                </a:lnTo>
                <a:lnTo>
                  <a:pt x="14868" y="9174"/>
                </a:lnTo>
                <a:lnTo>
                  <a:pt x="14844" y="9150"/>
                </a:lnTo>
                <a:lnTo>
                  <a:pt x="14819" y="9126"/>
                </a:lnTo>
                <a:lnTo>
                  <a:pt x="14722" y="8858"/>
                </a:lnTo>
                <a:lnTo>
                  <a:pt x="14625" y="8590"/>
                </a:lnTo>
                <a:lnTo>
                  <a:pt x="14503" y="8323"/>
                </a:lnTo>
                <a:lnTo>
                  <a:pt x="14357" y="8079"/>
                </a:lnTo>
                <a:lnTo>
                  <a:pt x="14187" y="7860"/>
                </a:lnTo>
                <a:lnTo>
                  <a:pt x="14016" y="7641"/>
                </a:lnTo>
                <a:lnTo>
                  <a:pt x="13822" y="7447"/>
                </a:lnTo>
                <a:lnTo>
                  <a:pt x="13627" y="7252"/>
                </a:lnTo>
                <a:lnTo>
                  <a:pt x="13773" y="7179"/>
                </a:lnTo>
                <a:lnTo>
                  <a:pt x="13919" y="7106"/>
                </a:lnTo>
                <a:lnTo>
                  <a:pt x="14187" y="6887"/>
                </a:lnTo>
                <a:lnTo>
                  <a:pt x="14673" y="6425"/>
                </a:lnTo>
                <a:lnTo>
                  <a:pt x="15500" y="5695"/>
                </a:lnTo>
                <a:lnTo>
                  <a:pt x="15890" y="5330"/>
                </a:lnTo>
                <a:lnTo>
                  <a:pt x="16279" y="4940"/>
                </a:lnTo>
                <a:lnTo>
                  <a:pt x="16620" y="4600"/>
                </a:lnTo>
                <a:lnTo>
                  <a:pt x="16912" y="4235"/>
                </a:lnTo>
                <a:lnTo>
                  <a:pt x="17106" y="4283"/>
                </a:lnTo>
                <a:lnTo>
                  <a:pt x="17666" y="4283"/>
                </a:lnTo>
                <a:lnTo>
                  <a:pt x="17909" y="4259"/>
                </a:lnTo>
                <a:lnTo>
                  <a:pt x="18128" y="4235"/>
                </a:lnTo>
                <a:lnTo>
                  <a:pt x="18347" y="4162"/>
                </a:lnTo>
                <a:lnTo>
                  <a:pt x="18566" y="4089"/>
                </a:lnTo>
                <a:lnTo>
                  <a:pt x="18785" y="3991"/>
                </a:lnTo>
                <a:lnTo>
                  <a:pt x="18980" y="3894"/>
                </a:lnTo>
                <a:lnTo>
                  <a:pt x="19150" y="3772"/>
                </a:lnTo>
                <a:lnTo>
                  <a:pt x="19345" y="3626"/>
                </a:lnTo>
                <a:lnTo>
                  <a:pt x="19491" y="3480"/>
                </a:lnTo>
                <a:lnTo>
                  <a:pt x="19637" y="3310"/>
                </a:lnTo>
                <a:lnTo>
                  <a:pt x="19783" y="3140"/>
                </a:lnTo>
                <a:lnTo>
                  <a:pt x="19880" y="2945"/>
                </a:lnTo>
                <a:lnTo>
                  <a:pt x="19978" y="2726"/>
                </a:lnTo>
                <a:lnTo>
                  <a:pt x="20051" y="2531"/>
                </a:lnTo>
                <a:lnTo>
                  <a:pt x="20124" y="2288"/>
                </a:lnTo>
                <a:lnTo>
                  <a:pt x="20148" y="2069"/>
                </a:lnTo>
                <a:lnTo>
                  <a:pt x="20172" y="1874"/>
                </a:lnTo>
                <a:lnTo>
                  <a:pt x="20148" y="1680"/>
                </a:lnTo>
                <a:lnTo>
                  <a:pt x="20099" y="1485"/>
                </a:lnTo>
                <a:lnTo>
                  <a:pt x="20051" y="1290"/>
                </a:lnTo>
                <a:lnTo>
                  <a:pt x="19953" y="1120"/>
                </a:lnTo>
                <a:lnTo>
                  <a:pt x="19856" y="974"/>
                </a:lnTo>
                <a:lnTo>
                  <a:pt x="19759" y="804"/>
                </a:lnTo>
                <a:lnTo>
                  <a:pt x="19613" y="682"/>
                </a:lnTo>
                <a:lnTo>
                  <a:pt x="19467" y="536"/>
                </a:lnTo>
                <a:lnTo>
                  <a:pt x="19321" y="415"/>
                </a:lnTo>
                <a:lnTo>
                  <a:pt x="19150" y="317"/>
                </a:lnTo>
                <a:lnTo>
                  <a:pt x="18980" y="244"/>
                </a:lnTo>
                <a:lnTo>
                  <a:pt x="18810" y="171"/>
                </a:lnTo>
                <a:lnTo>
                  <a:pt x="18615" y="123"/>
                </a:lnTo>
                <a:lnTo>
                  <a:pt x="18420" y="74"/>
                </a:lnTo>
                <a:lnTo>
                  <a:pt x="18226" y="74"/>
                </a:lnTo>
                <a:lnTo>
                  <a:pt x="18104" y="25"/>
                </a:lnTo>
                <a:lnTo>
                  <a:pt x="17982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8" name="مربع نص 7"/>
          <p:cNvSpPr txBox="1"/>
          <p:nvPr/>
        </p:nvSpPr>
        <p:spPr>
          <a:xfrm>
            <a:off x="1429993" y="2609926"/>
            <a:ext cx="180049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8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Mask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detection</a:t>
            </a:r>
            <a:endParaRPr lang="ar-SY" sz="1800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13" name="Shape 747"/>
          <p:cNvSpPr/>
          <p:nvPr/>
        </p:nvSpPr>
        <p:spPr>
          <a:xfrm>
            <a:off x="1038325" y="1239602"/>
            <a:ext cx="392472" cy="391401"/>
          </a:xfrm>
          <a:custGeom>
            <a:avLst/>
            <a:gdLst/>
            <a:ahLst/>
            <a:cxnLst/>
            <a:rect l="0" t="0" r="0" b="0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14" name="Shape 747"/>
          <p:cNvSpPr/>
          <p:nvPr/>
        </p:nvSpPr>
        <p:spPr>
          <a:xfrm>
            <a:off x="1004391" y="1924764"/>
            <a:ext cx="392472" cy="391401"/>
          </a:xfrm>
          <a:custGeom>
            <a:avLst/>
            <a:gdLst/>
            <a:ahLst/>
            <a:cxnLst/>
            <a:rect l="0" t="0" r="0" b="0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1820859" y="1281413"/>
            <a:ext cx="1040670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Navigation</a:t>
            </a:r>
            <a:endParaRPr lang="ar-SY" sz="1800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12" name="مربع نص 11"/>
          <p:cNvSpPr txBox="1"/>
          <p:nvPr/>
        </p:nvSpPr>
        <p:spPr>
          <a:xfrm>
            <a:off x="1763314" y="2008388"/>
            <a:ext cx="132760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Item</a:t>
            </a:r>
            <a:r>
              <a:rPr lang="en-US" dirty="0"/>
              <a:t> </a:t>
            </a:r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grabbing</a:t>
            </a:r>
            <a:endParaRPr lang="ar-SY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15" name="مربع نص 14"/>
          <p:cNvSpPr txBox="1"/>
          <p:nvPr/>
        </p:nvSpPr>
        <p:spPr>
          <a:xfrm>
            <a:off x="4514364" y="4835723"/>
            <a:ext cx="28405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4</a:t>
            </a:r>
            <a:endParaRPr lang="ar-SY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542"/>
          <p:cNvSpPr txBox="1">
            <a:spLocks noGrp="1"/>
          </p:cNvSpPr>
          <p:nvPr>
            <p:ph type="body" idx="1"/>
          </p:nvPr>
        </p:nvSpPr>
        <p:spPr>
          <a:xfrm>
            <a:off x="2148859" y="192739"/>
            <a:ext cx="4825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b="0" dirty="0" err="1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ArUcos</a:t>
            </a: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 </a:t>
            </a: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Detection</a:t>
            </a: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 Algorithm (Navigation)</a:t>
            </a:r>
            <a:endParaRPr b="0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pic>
        <p:nvPicPr>
          <p:cNvPr id="3" name="Picture 12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8" b="97179" l="0" r="99377">
                        <a14:foregroundMark x1="27726" y1="37931" x2="27726" y2="37931"/>
                        <a14:foregroundMark x1="39875" y1="41379" x2="39875" y2="413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370" y="1413163"/>
            <a:ext cx="2578477" cy="2680853"/>
          </a:xfrm>
          <a:prstGeom prst="rect">
            <a:avLst/>
          </a:prstGeom>
        </p:spPr>
      </p:pic>
      <p:sp>
        <p:nvSpPr>
          <p:cNvPr id="2" name="مستطيل 1"/>
          <p:cNvSpPr/>
          <p:nvPr/>
        </p:nvSpPr>
        <p:spPr>
          <a:xfrm>
            <a:off x="3165496" y="4114796"/>
            <a:ext cx="26853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sample of a detected </a:t>
            </a:r>
            <a:r>
              <a:rPr lang="en-US" sz="1600" dirty="0" err="1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ArUco</a:t>
            </a:r>
            <a:endParaRPr lang="en-US" sz="1600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5" name="مربع نص 4"/>
          <p:cNvSpPr txBox="1"/>
          <p:nvPr/>
        </p:nvSpPr>
        <p:spPr>
          <a:xfrm>
            <a:off x="4366145" y="4835723"/>
            <a:ext cx="28405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5</a:t>
            </a:r>
            <a:endParaRPr lang="ar-SY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كل بيضاوي 2"/>
          <p:cNvSpPr/>
          <p:nvPr/>
        </p:nvSpPr>
        <p:spPr>
          <a:xfrm>
            <a:off x="4271534" y="0"/>
            <a:ext cx="1080654" cy="8453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Start</a:t>
            </a:r>
            <a:endParaRPr lang="ar-SY" dirty="0"/>
          </a:p>
        </p:txBody>
      </p:sp>
      <p:sp>
        <p:nvSpPr>
          <p:cNvPr id="11" name="مستطيل 10"/>
          <p:cNvSpPr/>
          <p:nvPr/>
        </p:nvSpPr>
        <p:spPr>
          <a:xfrm>
            <a:off x="3808739" y="1063571"/>
            <a:ext cx="1932709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/>
              <a:t>Initialize the requirement variables and turn on the camera </a:t>
            </a:r>
            <a:endParaRPr lang="ar-SY" sz="1200" dirty="0"/>
          </a:p>
        </p:txBody>
      </p:sp>
      <p:cxnSp>
        <p:nvCxnSpPr>
          <p:cNvPr id="18" name="رابط كسهم مستقيم 17"/>
          <p:cNvCxnSpPr/>
          <p:nvPr/>
        </p:nvCxnSpPr>
        <p:spPr>
          <a:xfrm>
            <a:off x="4775094" y="845361"/>
            <a:ext cx="1" cy="218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معين 19"/>
          <p:cNvSpPr/>
          <p:nvPr/>
        </p:nvSpPr>
        <p:spPr>
          <a:xfrm>
            <a:off x="4234767" y="1908932"/>
            <a:ext cx="1080654" cy="109773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" dirty="0"/>
              <a:t>While camera is working</a:t>
            </a:r>
            <a:endParaRPr lang="ar-SY" sz="800" dirty="0"/>
          </a:p>
        </p:txBody>
      </p:sp>
      <p:cxnSp>
        <p:nvCxnSpPr>
          <p:cNvPr id="22" name="رابط كسهم مستقيم 21"/>
          <p:cNvCxnSpPr>
            <a:endCxn id="20" idx="0"/>
          </p:cNvCxnSpPr>
          <p:nvPr/>
        </p:nvCxnSpPr>
        <p:spPr>
          <a:xfrm flipH="1">
            <a:off x="4775094" y="1770153"/>
            <a:ext cx="1" cy="138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شكل بيضاوي 23"/>
          <p:cNvSpPr/>
          <p:nvPr/>
        </p:nvSpPr>
        <p:spPr>
          <a:xfrm>
            <a:off x="6028931" y="2035120"/>
            <a:ext cx="1080654" cy="8453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End</a:t>
            </a:r>
            <a:endParaRPr lang="ar-SY" dirty="0"/>
          </a:p>
        </p:txBody>
      </p:sp>
      <p:cxnSp>
        <p:nvCxnSpPr>
          <p:cNvPr id="26" name="رابط كسهم مستقيم 25"/>
          <p:cNvCxnSpPr>
            <a:stCxn id="20" idx="3"/>
            <a:endCxn id="24" idx="2"/>
          </p:cNvCxnSpPr>
          <p:nvPr/>
        </p:nvCxnSpPr>
        <p:spPr>
          <a:xfrm flipV="1">
            <a:off x="5315421" y="2457801"/>
            <a:ext cx="7135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معين 29"/>
          <p:cNvSpPr/>
          <p:nvPr/>
        </p:nvSpPr>
        <p:spPr>
          <a:xfrm>
            <a:off x="4234767" y="3138004"/>
            <a:ext cx="1080654" cy="109773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" dirty="0"/>
              <a:t>If the camera </a:t>
            </a:r>
            <a:r>
              <a:rPr lang="en-US" sz="800" dirty="0" err="1"/>
              <a:t>detectd</a:t>
            </a:r>
            <a:r>
              <a:rPr lang="en-US" sz="800" dirty="0"/>
              <a:t> an </a:t>
            </a:r>
            <a:r>
              <a:rPr lang="en-US" sz="800" dirty="0" err="1"/>
              <a:t>ArUco</a:t>
            </a:r>
            <a:endParaRPr lang="ar-SY" sz="700" dirty="0"/>
          </a:p>
        </p:txBody>
      </p:sp>
      <p:cxnSp>
        <p:nvCxnSpPr>
          <p:cNvPr id="32" name="رابط كسهم مستقيم 31"/>
          <p:cNvCxnSpPr>
            <a:stCxn id="20" idx="2"/>
            <a:endCxn id="30" idx="0"/>
          </p:cNvCxnSpPr>
          <p:nvPr/>
        </p:nvCxnSpPr>
        <p:spPr>
          <a:xfrm>
            <a:off x="4775094" y="3006671"/>
            <a:ext cx="0" cy="131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مستطيل 33"/>
          <p:cNvSpPr/>
          <p:nvPr/>
        </p:nvSpPr>
        <p:spPr>
          <a:xfrm>
            <a:off x="6028930" y="3333583"/>
            <a:ext cx="1932709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Do not change the direction </a:t>
            </a:r>
            <a:endParaRPr lang="ar-SY" dirty="0"/>
          </a:p>
        </p:txBody>
      </p:sp>
      <p:cxnSp>
        <p:nvCxnSpPr>
          <p:cNvPr id="36" name="رابط كسهم مستقيم 35"/>
          <p:cNvCxnSpPr>
            <a:stCxn id="30" idx="3"/>
            <a:endCxn id="34" idx="1"/>
          </p:cNvCxnSpPr>
          <p:nvPr/>
        </p:nvCxnSpPr>
        <p:spPr>
          <a:xfrm>
            <a:off x="5315421" y="3686874"/>
            <a:ext cx="713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مستطيل 37"/>
          <p:cNvSpPr/>
          <p:nvPr/>
        </p:nvSpPr>
        <p:spPr>
          <a:xfrm>
            <a:off x="333766" y="2412287"/>
            <a:ext cx="1932709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Move in specific direction depending on the </a:t>
            </a:r>
            <a:r>
              <a:rPr lang="en-US" dirty="0" err="1"/>
              <a:t>ArUco’s</a:t>
            </a:r>
            <a:r>
              <a:rPr lang="en-US" dirty="0"/>
              <a:t> ID</a:t>
            </a:r>
            <a:endParaRPr lang="ar-SY" dirty="0"/>
          </a:p>
        </p:txBody>
      </p:sp>
      <p:sp>
        <p:nvSpPr>
          <p:cNvPr id="39" name="مستطيل 38"/>
          <p:cNvSpPr/>
          <p:nvPr/>
        </p:nvSpPr>
        <p:spPr>
          <a:xfrm>
            <a:off x="2284266" y="4414732"/>
            <a:ext cx="1932709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Move forward</a:t>
            </a:r>
            <a:endParaRPr lang="ar-SY" dirty="0"/>
          </a:p>
        </p:txBody>
      </p:sp>
      <p:sp>
        <p:nvSpPr>
          <p:cNvPr id="41" name="مستطيل 40"/>
          <p:cNvSpPr/>
          <p:nvPr/>
        </p:nvSpPr>
        <p:spPr>
          <a:xfrm>
            <a:off x="333766" y="3333582"/>
            <a:ext cx="1932709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Read the </a:t>
            </a:r>
            <a:r>
              <a:rPr lang="en-US" dirty="0" err="1"/>
              <a:t>ArUco’s</a:t>
            </a:r>
            <a:r>
              <a:rPr lang="en-US" dirty="0"/>
              <a:t> ID</a:t>
            </a:r>
            <a:endParaRPr lang="ar-SY" dirty="0"/>
          </a:p>
        </p:txBody>
      </p:sp>
      <p:sp>
        <p:nvSpPr>
          <p:cNvPr id="42" name="معين 41"/>
          <p:cNvSpPr/>
          <p:nvPr/>
        </p:nvSpPr>
        <p:spPr>
          <a:xfrm>
            <a:off x="2710294" y="3138004"/>
            <a:ext cx="1080654" cy="109773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900" dirty="0"/>
              <a:t>If the </a:t>
            </a:r>
            <a:r>
              <a:rPr lang="en-US" sz="900" dirty="0" err="1"/>
              <a:t>ArUco</a:t>
            </a:r>
            <a:r>
              <a:rPr lang="en-US" sz="900" dirty="0"/>
              <a:t> is close</a:t>
            </a:r>
            <a:endParaRPr lang="ar-SY" sz="900" dirty="0"/>
          </a:p>
        </p:txBody>
      </p:sp>
      <p:cxnSp>
        <p:nvCxnSpPr>
          <p:cNvPr id="45" name="رابط كسهم مستقيم 44"/>
          <p:cNvCxnSpPr>
            <a:stCxn id="42" idx="2"/>
          </p:cNvCxnSpPr>
          <p:nvPr/>
        </p:nvCxnSpPr>
        <p:spPr>
          <a:xfrm>
            <a:off x="3250621" y="4235743"/>
            <a:ext cx="0" cy="172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رابط كسهم مستقيم 49"/>
          <p:cNvCxnSpPr/>
          <p:nvPr/>
        </p:nvCxnSpPr>
        <p:spPr>
          <a:xfrm flipV="1">
            <a:off x="1307044" y="3103584"/>
            <a:ext cx="0" cy="245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رابط كسهم مستقيم 52"/>
          <p:cNvCxnSpPr>
            <a:stCxn id="42" idx="1"/>
            <a:endCxn id="41" idx="3"/>
          </p:cNvCxnSpPr>
          <p:nvPr/>
        </p:nvCxnSpPr>
        <p:spPr>
          <a:xfrm flipH="1" flipV="1">
            <a:off x="2266475" y="3686873"/>
            <a:ext cx="4438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رابط كسهم مستقيم 73"/>
          <p:cNvCxnSpPr>
            <a:stCxn id="30" idx="1"/>
            <a:endCxn id="42" idx="3"/>
          </p:cNvCxnSpPr>
          <p:nvPr/>
        </p:nvCxnSpPr>
        <p:spPr>
          <a:xfrm flipH="1">
            <a:off x="3790948" y="3686874"/>
            <a:ext cx="443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مربع نص 5"/>
          <p:cNvSpPr txBox="1"/>
          <p:nvPr/>
        </p:nvSpPr>
        <p:spPr>
          <a:xfrm>
            <a:off x="5465227" y="2149745"/>
            <a:ext cx="429926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Dosis"/>
              </a:rPr>
              <a:t>No</a:t>
            </a:r>
            <a:endParaRPr lang="ar-SY" sz="1600" dirty="0">
              <a:solidFill>
                <a:srgbClr val="3C78D8"/>
              </a:solidFill>
              <a:latin typeface="Sniglet"/>
              <a:ea typeface="Sniglet"/>
              <a:cs typeface="Sniglet"/>
              <a:sym typeface="Dosis"/>
            </a:endParaRPr>
          </a:p>
        </p:txBody>
      </p:sp>
      <p:sp>
        <p:nvSpPr>
          <p:cNvPr id="7" name="مستطيل 6"/>
          <p:cNvSpPr/>
          <p:nvPr/>
        </p:nvSpPr>
        <p:spPr>
          <a:xfrm>
            <a:off x="5465227" y="3396277"/>
            <a:ext cx="5637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No</a:t>
            </a:r>
            <a:endParaRPr lang="ar-SY" sz="1600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15" name="مستطيل 14"/>
          <p:cNvSpPr/>
          <p:nvPr/>
        </p:nvSpPr>
        <p:spPr>
          <a:xfrm>
            <a:off x="3277039" y="4118619"/>
            <a:ext cx="3994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No</a:t>
            </a:r>
            <a:endParaRPr lang="ar-SY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16" name="مستطيل 15"/>
          <p:cNvSpPr/>
          <p:nvPr/>
        </p:nvSpPr>
        <p:spPr>
          <a:xfrm>
            <a:off x="4271534" y="2918449"/>
            <a:ext cx="4667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Yes</a:t>
            </a:r>
            <a:endParaRPr lang="ar-SY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35" name="مستطيل 34"/>
          <p:cNvSpPr/>
          <p:nvPr/>
        </p:nvSpPr>
        <p:spPr>
          <a:xfrm>
            <a:off x="2327091" y="3396277"/>
            <a:ext cx="4667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Yes</a:t>
            </a:r>
            <a:endParaRPr lang="ar-SY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43" name="مستطيل 42"/>
          <p:cNvSpPr/>
          <p:nvPr/>
        </p:nvSpPr>
        <p:spPr>
          <a:xfrm>
            <a:off x="3779460" y="3396277"/>
            <a:ext cx="4667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Yes</a:t>
            </a:r>
            <a:endParaRPr lang="ar-SY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27" name="مربع نص 26"/>
          <p:cNvSpPr txBox="1"/>
          <p:nvPr/>
        </p:nvSpPr>
        <p:spPr>
          <a:xfrm>
            <a:off x="4669835" y="4835723"/>
            <a:ext cx="28405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6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10908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 txBox="1">
            <a:spLocks/>
          </p:cNvSpPr>
          <p:nvPr/>
        </p:nvSpPr>
        <p:spPr>
          <a:xfrm>
            <a:off x="2462792" y="197427"/>
            <a:ext cx="4280908" cy="1159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ts val="600"/>
              </a:spcBef>
              <a:buClr>
                <a:srgbClr val="1C4587"/>
              </a:buClr>
              <a:buSzPts val="2500"/>
            </a:pPr>
            <a:r>
              <a:rPr lang="en-US" sz="2500" dirty="0" err="1">
                <a:solidFill>
                  <a:srgbClr val="3C78D8"/>
                </a:solidFill>
                <a:latin typeface="Sniglet"/>
                <a:ea typeface="Sniglet"/>
                <a:cs typeface="Sniglet"/>
                <a:sym typeface="Dosis"/>
              </a:rPr>
              <a:t>ArUcos</a:t>
            </a:r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Dosis"/>
              </a:rPr>
              <a:t> Detection Algorithm (Item grabbing)</a:t>
            </a:r>
            <a:b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Dosis"/>
              </a:rPr>
            </a:br>
            <a:endParaRPr lang="ar-SY" sz="2500" dirty="0">
              <a:solidFill>
                <a:srgbClr val="3C78D8"/>
              </a:solidFill>
              <a:latin typeface="Sniglet"/>
              <a:ea typeface="Sniglet"/>
              <a:cs typeface="Sniglet"/>
              <a:sym typeface="Dosis"/>
            </a:endParaRPr>
          </a:p>
        </p:txBody>
      </p:sp>
      <p:pic>
        <p:nvPicPr>
          <p:cNvPr id="3" name="Picture 2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869" y="1170191"/>
            <a:ext cx="3220754" cy="3657601"/>
          </a:xfrm>
          <a:prstGeom prst="rect">
            <a:avLst/>
          </a:prstGeom>
        </p:spPr>
      </p:pic>
      <p:sp>
        <p:nvSpPr>
          <p:cNvPr id="4" name="مربع نص 3"/>
          <p:cNvSpPr txBox="1"/>
          <p:nvPr/>
        </p:nvSpPr>
        <p:spPr>
          <a:xfrm>
            <a:off x="4461220" y="4835723"/>
            <a:ext cx="28405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7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4189546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638"/>
          <p:cNvSpPr txBox="1">
            <a:spLocks noGrp="1"/>
          </p:cNvSpPr>
          <p:nvPr>
            <p:ph type="title" idx="4294967295"/>
          </p:nvPr>
        </p:nvSpPr>
        <p:spPr>
          <a:xfrm>
            <a:off x="1501800" y="-59838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2500" dirty="0">
                <a:sym typeface="Arial"/>
              </a:rPr>
              <a:t>Mask Detection Algorithm</a:t>
            </a:r>
            <a:endParaRPr sz="2500" dirty="0">
              <a:sym typeface="Arial"/>
            </a:endParaRPr>
          </a:p>
        </p:txBody>
      </p:sp>
      <p:cxnSp>
        <p:nvCxnSpPr>
          <p:cNvPr id="639" name="Shape 639"/>
          <p:cNvCxnSpPr/>
          <p:nvPr/>
        </p:nvCxnSpPr>
        <p:spPr>
          <a:xfrm>
            <a:off x="-4800" y="2156036"/>
            <a:ext cx="9153600" cy="0"/>
          </a:xfrm>
          <a:prstGeom prst="straightConnector1">
            <a:avLst/>
          </a:prstGeom>
          <a:noFill/>
          <a:ln w="19050" cap="rnd" cmpd="sng">
            <a:solidFill>
              <a:srgbClr val="1C4587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40" name="Shape 640"/>
          <p:cNvSpPr/>
          <p:nvPr/>
        </p:nvSpPr>
        <p:spPr>
          <a:xfrm rot="10800000" flipH="1">
            <a:off x="263952" y="1936811"/>
            <a:ext cx="419100" cy="419400"/>
          </a:xfrm>
          <a:prstGeom prst="donut">
            <a:avLst>
              <a:gd name="adj" fmla="val 24108"/>
            </a:avLst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1" name="Shape 641"/>
          <p:cNvCxnSpPr/>
          <p:nvPr/>
        </p:nvCxnSpPr>
        <p:spPr>
          <a:xfrm>
            <a:off x="473652" y="2108411"/>
            <a:ext cx="0" cy="8763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oval" w="med" len="med"/>
            <a:tailEnd type="diamond" w="med" len="med"/>
          </a:ln>
        </p:spPr>
      </p:cxnSp>
      <p:sp>
        <p:nvSpPr>
          <p:cNvPr id="642" name="Shape 642"/>
          <p:cNvSpPr/>
          <p:nvPr/>
        </p:nvSpPr>
        <p:spPr>
          <a:xfrm>
            <a:off x="2507792" y="1936811"/>
            <a:ext cx="419100" cy="419400"/>
          </a:xfrm>
          <a:prstGeom prst="donut">
            <a:avLst>
              <a:gd name="adj" fmla="val 24108"/>
            </a:avLst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Shape 643"/>
          <p:cNvSpPr/>
          <p:nvPr/>
        </p:nvSpPr>
        <p:spPr>
          <a:xfrm rot="10800000" flipH="1">
            <a:off x="7642200" y="1936811"/>
            <a:ext cx="419100" cy="419400"/>
          </a:xfrm>
          <a:prstGeom prst="donut">
            <a:avLst>
              <a:gd name="adj" fmla="val 24108"/>
            </a:avLst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4" name="Shape 644"/>
          <p:cNvCxnSpPr/>
          <p:nvPr/>
        </p:nvCxnSpPr>
        <p:spPr>
          <a:xfrm>
            <a:off x="2717342" y="2098886"/>
            <a:ext cx="0" cy="8763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oval" w="med" len="med"/>
            <a:tailEnd type="diamond" w="med" len="med"/>
          </a:ln>
        </p:spPr>
      </p:cxnSp>
      <p:cxnSp>
        <p:nvCxnSpPr>
          <p:cNvPr id="645" name="Shape 645"/>
          <p:cNvCxnSpPr/>
          <p:nvPr/>
        </p:nvCxnSpPr>
        <p:spPr>
          <a:xfrm>
            <a:off x="7851900" y="2108411"/>
            <a:ext cx="0" cy="8763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oval" w="med" len="med"/>
            <a:tailEnd type="diamond" w="med" len="med"/>
          </a:ln>
        </p:spPr>
      </p:cxnSp>
      <p:sp>
        <p:nvSpPr>
          <p:cNvPr id="646" name="Shape 646"/>
          <p:cNvSpPr txBox="1"/>
          <p:nvPr/>
        </p:nvSpPr>
        <p:spPr>
          <a:xfrm>
            <a:off x="-150348" y="3088098"/>
            <a:ext cx="1247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Collect data </a:t>
            </a:r>
            <a:endParaRPr sz="1800" dirty="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47" name="Shape 647"/>
          <p:cNvSpPr txBox="1"/>
          <p:nvPr/>
        </p:nvSpPr>
        <p:spPr>
          <a:xfrm>
            <a:off x="955885" y="3194411"/>
            <a:ext cx="3522914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Process the data (convert the images to arrays and perform one hot encoding )</a:t>
            </a:r>
            <a:endParaRPr sz="1800" dirty="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48" name="Shape 648"/>
          <p:cNvSpPr txBox="1"/>
          <p:nvPr/>
        </p:nvSpPr>
        <p:spPr>
          <a:xfrm>
            <a:off x="6482487" y="3156311"/>
            <a:ext cx="2738526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Save the trained model (which is ready to use in video streaming)  </a:t>
            </a:r>
            <a:endParaRPr sz="1800" dirty="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7" name="Shape 640"/>
          <p:cNvSpPr/>
          <p:nvPr/>
        </p:nvSpPr>
        <p:spPr>
          <a:xfrm rot="10800000" flipH="1">
            <a:off x="5188810" y="1946336"/>
            <a:ext cx="419100" cy="419400"/>
          </a:xfrm>
          <a:prstGeom prst="donut">
            <a:avLst>
              <a:gd name="adj" fmla="val 24108"/>
            </a:avLst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" name="Shape 641"/>
          <p:cNvCxnSpPr/>
          <p:nvPr/>
        </p:nvCxnSpPr>
        <p:spPr>
          <a:xfrm>
            <a:off x="5398510" y="2117936"/>
            <a:ext cx="0" cy="8763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oval" w="med" len="med"/>
            <a:tailEnd type="diamond" w="med" len="med"/>
          </a:ln>
        </p:spPr>
      </p:cxnSp>
      <p:sp>
        <p:nvSpPr>
          <p:cNvPr id="23" name="Shape 648"/>
          <p:cNvSpPr txBox="1"/>
          <p:nvPr/>
        </p:nvSpPr>
        <p:spPr>
          <a:xfrm>
            <a:off x="4517856" y="3032336"/>
            <a:ext cx="1761307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Train the neural network</a:t>
            </a:r>
            <a:endParaRPr sz="1800" dirty="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" name="مربع نص 15"/>
          <p:cNvSpPr txBox="1"/>
          <p:nvPr/>
        </p:nvSpPr>
        <p:spPr>
          <a:xfrm>
            <a:off x="4429974" y="4742205"/>
            <a:ext cx="28405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8</a:t>
            </a:r>
            <a:endParaRPr lang="ar-SY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 1"/>
          <p:cNvSpPr/>
          <p:nvPr/>
        </p:nvSpPr>
        <p:spPr>
          <a:xfrm>
            <a:off x="1225308" y="163034"/>
            <a:ext cx="653669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Mask Detection Algorithm</a:t>
            </a:r>
          </a:p>
          <a:p>
            <a:pPr algn="ctr"/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(The first stage)</a:t>
            </a:r>
            <a:endParaRPr lang="ar-SY" sz="2500" dirty="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93" y="1490262"/>
            <a:ext cx="2496417" cy="2795987"/>
          </a:xfrm>
          <a:prstGeom prst="rect">
            <a:avLst/>
          </a:prstGeom>
        </p:spPr>
      </p:pic>
      <p:pic>
        <p:nvPicPr>
          <p:cNvPr id="5" name="صورة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718" y="1496291"/>
            <a:ext cx="2743198" cy="2789958"/>
          </a:xfrm>
          <a:prstGeom prst="rect">
            <a:avLst/>
          </a:prstGeom>
        </p:spPr>
      </p:pic>
      <p:sp>
        <p:nvSpPr>
          <p:cNvPr id="6" name="مربع نص 5"/>
          <p:cNvSpPr txBox="1"/>
          <p:nvPr/>
        </p:nvSpPr>
        <p:spPr>
          <a:xfrm>
            <a:off x="1289075" y="1088258"/>
            <a:ext cx="1991251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Sample for no mask</a:t>
            </a:r>
            <a:endParaRPr lang="ar-SY" sz="1600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5498691" y="1088258"/>
            <a:ext cx="1718740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Sample for mask</a:t>
            </a:r>
            <a:endParaRPr lang="ar-SY" sz="1600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8" name="مربع نص 7"/>
          <p:cNvSpPr txBox="1"/>
          <p:nvPr/>
        </p:nvSpPr>
        <p:spPr>
          <a:xfrm>
            <a:off x="4351631" y="4762986"/>
            <a:ext cx="28405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9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48654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 1"/>
          <p:cNvSpPr/>
          <p:nvPr/>
        </p:nvSpPr>
        <p:spPr>
          <a:xfrm>
            <a:off x="1225308" y="163034"/>
            <a:ext cx="653669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Mask Detection Algorithm</a:t>
            </a:r>
          </a:p>
          <a:p>
            <a:pPr algn="ctr"/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(The second stage)</a:t>
            </a:r>
            <a:endParaRPr lang="ar-SY" sz="2500" dirty="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graphicFrame>
        <p:nvGraphicFramePr>
          <p:cNvPr id="3" name="جدول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211702"/>
              </p:ext>
            </p:extLst>
          </p:nvPr>
        </p:nvGraphicFramePr>
        <p:xfrm>
          <a:off x="255486" y="1728353"/>
          <a:ext cx="3458852" cy="1854200"/>
        </p:xfrm>
        <a:graphic>
          <a:graphicData uri="http://schemas.openxmlformats.org/drawingml/2006/table">
            <a:tbl>
              <a:tblPr rtl="1" firstRow="1" bandRow="1">
                <a:tableStyleId>{9DFEC9F8-A098-42B7-9F13-54587A517E41}</a:tableStyleId>
              </a:tblPr>
              <a:tblGrid>
                <a:gridCol w="1729426">
                  <a:extLst>
                    <a:ext uri="{9D8B030D-6E8A-4147-A177-3AD203B41FA5}">
                      <a16:colId xmlns:a16="http://schemas.microsoft.com/office/drawing/2014/main" val="3404383150"/>
                    </a:ext>
                  </a:extLst>
                </a:gridCol>
                <a:gridCol w="1729426">
                  <a:extLst>
                    <a:ext uri="{9D8B030D-6E8A-4147-A177-3AD203B41FA5}">
                      <a16:colId xmlns:a16="http://schemas.microsoft.com/office/drawing/2014/main" val="3288522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Status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Photo</a:t>
                      </a:r>
                      <a:r>
                        <a:rPr lang="en-US" baseline="0" dirty="0"/>
                        <a:t> </a:t>
                      </a:r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Mask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Photo</a:t>
                      </a:r>
                      <a:r>
                        <a:rPr lang="en-US" baseline="0" dirty="0"/>
                        <a:t> 1</a:t>
                      </a:r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370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No mask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Photo 2</a:t>
                      </a:r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45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…….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……..</a:t>
                      </a:r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187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Mask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Photo m</a:t>
                      </a:r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184341"/>
                  </a:ext>
                </a:extLst>
              </a:tr>
            </a:tbl>
          </a:graphicData>
        </a:graphic>
      </p:graphicFrame>
      <p:graphicFrame>
        <p:nvGraphicFramePr>
          <p:cNvPr id="5" name="جدول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678665"/>
              </p:ext>
            </p:extLst>
          </p:nvPr>
        </p:nvGraphicFramePr>
        <p:xfrm>
          <a:off x="5125358" y="1728353"/>
          <a:ext cx="3458853" cy="1854200"/>
        </p:xfrm>
        <a:graphic>
          <a:graphicData uri="http://schemas.openxmlformats.org/drawingml/2006/table">
            <a:tbl>
              <a:tblPr rtl="1" firstRow="1" bandRow="1">
                <a:tableStyleId>{9DFEC9F8-A098-42B7-9F13-54587A517E41}</a:tableStyleId>
              </a:tblPr>
              <a:tblGrid>
                <a:gridCol w="1152951">
                  <a:extLst>
                    <a:ext uri="{9D8B030D-6E8A-4147-A177-3AD203B41FA5}">
                      <a16:colId xmlns:a16="http://schemas.microsoft.com/office/drawing/2014/main" val="3394393535"/>
                    </a:ext>
                  </a:extLst>
                </a:gridCol>
                <a:gridCol w="1152951">
                  <a:extLst>
                    <a:ext uri="{9D8B030D-6E8A-4147-A177-3AD203B41FA5}">
                      <a16:colId xmlns:a16="http://schemas.microsoft.com/office/drawing/2014/main" val="3404383150"/>
                    </a:ext>
                  </a:extLst>
                </a:gridCol>
                <a:gridCol w="1152951">
                  <a:extLst>
                    <a:ext uri="{9D8B030D-6E8A-4147-A177-3AD203B41FA5}">
                      <a16:colId xmlns:a16="http://schemas.microsoft.com/office/drawing/2014/main" val="3288522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No mask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mask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Photo</a:t>
                      </a:r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Photo 1</a:t>
                      </a:r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370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Photo</a:t>
                      </a:r>
                      <a:r>
                        <a:rPr lang="en-US" baseline="0" dirty="0"/>
                        <a:t> 2</a:t>
                      </a:r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45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…….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…….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……..</a:t>
                      </a:r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187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Photo m</a:t>
                      </a:r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184341"/>
                  </a:ext>
                </a:extLst>
              </a:tr>
            </a:tbl>
          </a:graphicData>
        </a:graphic>
      </p:graphicFrame>
      <p:sp>
        <p:nvSpPr>
          <p:cNvPr id="10" name="مربع نص 9"/>
          <p:cNvSpPr txBox="1"/>
          <p:nvPr/>
        </p:nvSpPr>
        <p:spPr>
          <a:xfrm>
            <a:off x="103910" y="1222692"/>
            <a:ext cx="3066865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	</a:t>
            </a:r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Before one hot encoding </a:t>
            </a:r>
            <a:endParaRPr lang="ar-SY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11" name="مستطيل 10"/>
          <p:cNvSpPr/>
          <p:nvPr/>
        </p:nvSpPr>
        <p:spPr>
          <a:xfrm>
            <a:off x="4873275" y="1222692"/>
            <a:ext cx="2943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	</a:t>
            </a:r>
            <a:r>
              <a:rPr lang="en-US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After one hot encoding </a:t>
            </a:r>
            <a:endParaRPr lang="ar-SY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4301938" y="4762986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10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913880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 1"/>
          <p:cNvSpPr/>
          <p:nvPr/>
        </p:nvSpPr>
        <p:spPr>
          <a:xfrm>
            <a:off x="1225308" y="163034"/>
            <a:ext cx="653669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Mask Detection Algorithm</a:t>
            </a:r>
          </a:p>
          <a:p>
            <a:pPr algn="ctr"/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(The third stage)</a:t>
            </a:r>
            <a:endParaRPr lang="ar-SY" sz="2500" dirty="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3" name="مستطيل 2"/>
          <p:cNvSpPr/>
          <p:nvPr/>
        </p:nvSpPr>
        <p:spPr>
          <a:xfrm>
            <a:off x="207818" y="1031307"/>
            <a:ext cx="893618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baseModel = MobileNetV2(weights=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"imagenet"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, include_top=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</a:rPr>
              <a:t>False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  input tensor=Input(shape=(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224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, 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224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, 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)))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headModel = baseModel.Output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headModel = AveragePooling2D(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pool_size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=(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7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, 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7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))(headModel)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headModel = Flatten(name=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"flatten"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)(headModel)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headModel = Dense(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128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, activation=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"relu"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)(headModel)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headModel = Dropout(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0.5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)(headModel)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headModel = Dense(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, activation=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"sigmoid"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)(headModel)</a:t>
            </a:r>
          </a:p>
          <a:p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model = Model(inputs=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baseModel.input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, outputs=headModel)</a:t>
            </a:r>
          </a:p>
          <a:p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</a:rPr>
              <a:t>for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 layer 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 baseModel.layers: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  layer.trainable = 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</a:rPr>
              <a:t>False</a:t>
            </a:r>
          </a:p>
          <a:p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opt = tensorflow.keras.optimizers.legacy.Adam(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lr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=INIT_LR, decay=INIT_LR/EPOCHS)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model.compile(loss=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"binary_crossentropy"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, optimizer=opt,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  metrics=[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"accuracy"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])</a:t>
            </a:r>
          </a:p>
          <a:p>
            <a:b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مربع نص 3"/>
          <p:cNvSpPr txBox="1"/>
          <p:nvPr/>
        </p:nvSpPr>
        <p:spPr>
          <a:xfrm>
            <a:off x="4301938" y="4835723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11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4279559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 1"/>
          <p:cNvSpPr/>
          <p:nvPr/>
        </p:nvSpPr>
        <p:spPr>
          <a:xfrm>
            <a:off x="1225308" y="163034"/>
            <a:ext cx="653669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Mask Detection Algorithm</a:t>
            </a:r>
          </a:p>
          <a:p>
            <a:pPr algn="ctr"/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(The forth stage)</a:t>
            </a:r>
            <a:endParaRPr lang="ar-SY" sz="2500" dirty="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3" name="مربع نص 2"/>
          <p:cNvSpPr txBox="1"/>
          <p:nvPr/>
        </p:nvSpPr>
        <p:spPr>
          <a:xfrm>
            <a:off x="4301938" y="4731813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12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940613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نص 1"/>
          <p:cNvSpPr>
            <a:spLocks noGrp="1"/>
          </p:cNvSpPr>
          <p:nvPr>
            <p:ph type="body" idx="1"/>
          </p:nvPr>
        </p:nvSpPr>
        <p:spPr>
          <a:xfrm>
            <a:off x="2128152" y="72736"/>
            <a:ext cx="4825500" cy="819900"/>
          </a:xfrm>
        </p:spPr>
        <p:txBody>
          <a:bodyPr/>
          <a:lstStyle/>
          <a:p>
            <a:pPr marL="69850" indent="0">
              <a:spcBef>
                <a:spcPts val="0"/>
              </a:spcBef>
              <a:buClr>
                <a:srgbClr val="3C78D8"/>
              </a:buClr>
              <a:buSzPts val="3700"/>
              <a:buNone/>
            </a:pP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Mechanism design </a:t>
            </a:r>
            <a:endParaRPr lang="ar-SY" b="0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pic>
        <p:nvPicPr>
          <p:cNvPr id="3" name="صورة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83359" y1="92083" x2="83359" y2="92083"/>
                        <a14:foregroundMark x1="82031" y1="89271" x2="82031" y2="89271"/>
                        <a14:foregroundMark x1="68359" y1="89688" x2="68359" y2="89688"/>
                        <a14:foregroundMark x1="70938" y1="91354" x2="70938" y2="91354"/>
                        <a14:foregroundMark x1="58516" y1="92396" x2="58516" y2="92396"/>
                        <a14:foregroundMark x1="74297" y1="89271" x2="74297" y2="89271"/>
                        <a14:foregroundMark x1="76641" y1="90313" x2="76641" y2="90313"/>
                        <a14:backgroundMark x1="52578" y1="14167" x2="52578" y2="14167"/>
                        <a14:backgroundMark x1="19219" y1="92396" x2="19219" y2="92396"/>
                        <a14:backgroundMark x1="9922" y1="63854" x2="9141" y2="62396"/>
                        <a14:backgroundMark x1="32656" y1="55208" x2="32656" y2="55208"/>
                        <a14:backgroundMark x1="82813" y1="48646" x2="82813" y2="48646"/>
                        <a14:backgroundMark x1="92109" y1="86875" x2="92109" y2="86875"/>
                        <a14:backgroundMark x1="73516" y1="97604" x2="73516" y2="97604"/>
                        <a14:backgroundMark x1="13281" y1="93438" x2="13281" y2="93438"/>
                        <a14:backgroundMark x1="15859" y1="75521" x2="15859" y2="75521"/>
                        <a14:backgroundMark x1="11484" y1="36250" x2="11484" y2="36250"/>
                        <a14:backgroundMark x1="13516" y1="30417" x2="13516" y2="30417"/>
                        <a14:backgroundMark x1="23906" y1="39375" x2="23906" y2="39375"/>
                        <a14:backgroundMark x1="22891" y1="45833" x2="7891" y2="44896"/>
                        <a14:backgroundMark x1="10703" y1="21771" x2="11719" y2="22396"/>
                        <a14:backgroundMark x1="77109" y1="46563" x2="77109" y2="46563"/>
                        <a14:backgroundMark x1="87500" y1="32083" x2="87500" y2="32083"/>
                        <a14:backgroundMark x1="52344" y1="36563" x2="52344" y2="36563"/>
                        <a14:backgroundMark x1="61875" y1="49375" x2="61875" y2="49375"/>
                        <a14:backgroundMark x1="46406" y1="54479" x2="46406" y2="54479"/>
                        <a14:backgroundMark x1="47188" y1="58958" x2="47188" y2="58958"/>
                        <a14:backgroundMark x1="62891" y1="43125" x2="62891" y2="43125"/>
                        <a14:backgroundMark x1="57266" y1="48646" x2="57266" y2="48646"/>
                        <a14:backgroundMark x1="54688" y1="40000" x2="54688" y2="40000"/>
                        <a14:backgroundMark x1="65234" y1="37917" x2="65234" y2="37917"/>
                        <a14:backgroundMark x1="59062" y1="34479" x2="59062" y2="34479"/>
                        <a14:backgroundMark x1="60313" y1="34479" x2="60313" y2="34479"/>
                        <a14:backgroundMark x1="63672" y1="97604" x2="63672" y2="97604"/>
                        <a14:backgroundMark x1="69609" y1="95833" x2="69609" y2="95833"/>
                        <a14:backgroundMark x1="77891" y1="97917" x2="77891" y2="97917"/>
                        <a14:backgroundMark x1="40469" y1="39688" x2="40469" y2="39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152" y="892636"/>
            <a:ext cx="4019128" cy="3014346"/>
          </a:xfrm>
          <a:prstGeom prst="rect">
            <a:avLst/>
          </a:prstGeom>
        </p:spPr>
      </p:pic>
      <p:sp>
        <p:nvSpPr>
          <p:cNvPr id="4" name="مستطيل 3"/>
          <p:cNvSpPr/>
          <p:nvPr/>
        </p:nvSpPr>
        <p:spPr>
          <a:xfrm>
            <a:off x="2578666" y="4059626"/>
            <a:ext cx="39244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Photo for the outer structure of the robot</a:t>
            </a:r>
          </a:p>
        </p:txBody>
      </p:sp>
      <p:sp>
        <p:nvSpPr>
          <p:cNvPr id="5" name="مربع نص 4"/>
          <p:cNvSpPr txBox="1"/>
          <p:nvPr/>
        </p:nvSpPr>
        <p:spPr>
          <a:xfrm>
            <a:off x="4349183" y="4726882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13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4055475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نص 1"/>
          <p:cNvSpPr txBox="1">
            <a:spLocks/>
          </p:cNvSpPr>
          <p:nvPr/>
        </p:nvSpPr>
        <p:spPr>
          <a:xfrm>
            <a:off x="2096979" y="42545"/>
            <a:ext cx="4825500" cy="8199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9850" algn="ctr">
              <a:buClr>
                <a:srgbClr val="3C78D8"/>
              </a:buClr>
              <a:buSzPts val="3700"/>
            </a:pPr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Dosis"/>
              </a:rPr>
              <a:t>Electrical connections between boards are other parts</a:t>
            </a:r>
          </a:p>
          <a:p>
            <a:pPr marL="69850" algn="ctr"/>
            <a:endParaRPr lang="en-US" dirty="0"/>
          </a:p>
        </p:txBody>
      </p:sp>
      <p:pic>
        <p:nvPicPr>
          <p:cNvPr id="3" name="صورة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382" y="862445"/>
            <a:ext cx="5834421" cy="4058459"/>
          </a:xfrm>
          <a:prstGeom prst="rect">
            <a:avLst/>
          </a:prstGeom>
        </p:spPr>
      </p:pic>
      <p:sp>
        <p:nvSpPr>
          <p:cNvPr id="4" name="مربع نص 3"/>
          <p:cNvSpPr txBox="1"/>
          <p:nvPr/>
        </p:nvSpPr>
        <p:spPr>
          <a:xfrm>
            <a:off x="4318010" y="4835723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14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306083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نص 1"/>
          <p:cNvSpPr>
            <a:spLocks noGrp="1"/>
          </p:cNvSpPr>
          <p:nvPr>
            <p:ph type="body" idx="1"/>
          </p:nvPr>
        </p:nvSpPr>
        <p:spPr>
          <a:xfrm>
            <a:off x="2263235" y="322610"/>
            <a:ext cx="4825500" cy="819900"/>
          </a:xfrm>
        </p:spPr>
        <p:txBody>
          <a:bodyPr/>
          <a:lstStyle/>
          <a:p>
            <a:pPr marL="69850" indent="0">
              <a:spcBef>
                <a:spcPts val="0"/>
              </a:spcBef>
              <a:buClr>
                <a:srgbClr val="3C78D8"/>
              </a:buClr>
              <a:buSzPts val="3700"/>
              <a:buFont typeface="Arial"/>
              <a:buNone/>
            </a:pP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Arial"/>
              </a:rPr>
              <a:t>Software connecting between</a:t>
            </a:r>
          </a:p>
          <a:p>
            <a:pPr marL="69850" indent="0">
              <a:spcBef>
                <a:spcPts val="0"/>
              </a:spcBef>
              <a:buClr>
                <a:srgbClr val="3C78D8"/>
              </a:buClr>
              <a:buSzPts val="3700"/>
              <a:buFont typeface="Arial"/>
              <a:buNone/>
            </a:pP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Arial"/>
              </a:rPr>
              <a:t> the boards</a:t>
            </a:r>
          </a:p>
          <a:p>
            <a:pPr marL="69850" indent="0">
              <a:buNone/>
            </a:pPr>
            <a:endParaRPr lang="ar-SY" dirty="0"/>
          </a:p>
        </p:txBody>
      </p:sp>
      <p:pic>
        <p:nvPicPr>
          <p:cNvPr id="3" name="صورة 2" descr="C:\Users\owner\Desktop\My First Board.jpg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90" b="100000" l="339" r="100000">
                        <a14:foregroundMark x1="81441" y1="52538" x2="81441" y2="52538"/>
                        <a14:foregroundMark x1="80593" y1="53601" x2="80593" y2="53601"/>
                        <a14:foregroundMark x1="82542" y1="53129" x2="82542" y2="53129"/>
                        <a14:foregroundMark x1="84237" y1="53365" x2="84237" y2="53365"/>
                        <a14:foregroundMark x1="85000" y1="53365" x2="85000" y2="53365"/>
                        <a14:foregroundMark x1="85847" y1="53365" x2="85847" y2="53365"/>
                        <a14:foregroundMark x1="86525" y1="53365" x2="86525" y2="53365"/>
                        <a14:foregroundMark x1="86949" y1="53365" x2="86949" y2="53365"/>
                        <a14:foregroundMark x1="86186" y1="53129" x2="86186" y2="53129"/>
                        <a14:foregroundMark x1="35085" y1="27037" x2="35085" y2="27037"/>
                        <a14:foregroundMark x1="34746" y1="27037" x2="35254" y2="27273"/>
                        <a14:foregroundMark x1="47627" y1="28808" x2="47627" y2="28808"/>
                        <a14:foregroundMark x1="50254" y1="27745" x2="50254" y2="27745"/>
                        <a14:foregroundMark x1="57627" y1="27037" x2="57627" y2="27037"/>
                        <a14:foregroundMark x1="44068" y1="26564" x2="44068" y2="26564"/>
                        <a14:foregroundMark x1="45169" y1="26092" x2="45169" y2="26092"/>
                        <a14:foregroundMark x1="46186" y1="26092" x2="46186" y2="26092"/>
                        <a14:foregroundMark x1="38051" y1="26092" x2="38051" y2="26092"/>
                        <a14:foregroundMark x1="37373" y1="26564" x2="37373" y2="26564"/>
                        <a14:foregroundMark x1="36864" y1="26328" x2="36864" y2="26328"/>
                        <a14:foregroundMark x1="40508" y1="26328" x2="40508" y2="26328"/>
                        <a14:foregroundMark x1="41441" y1="26092" x2="41441" y2="26092"/>
                        <a14:foregroundMark x1="53220" y1="26092" x2="53220" y2="26092"/>
                        <a14:foregroundMark x1="52881" y1="26092" x2="52881" y2="26092"/>
                        <a14:foregroundMark x1="52203" y1="26092" x2="52203" y2="26092"/>
                        <a14:foregroundMark x1="56780" y1="27037" x2="56780" y2="27037"/>
                        <a14:foregroundMark x1="56102" y1="26800" x2="56102" y2="26800"/>
                        <a14:foregroundMark x1="56441" y1="26092" x2="56441" y2="26092"/>
                        <a14:foregroundMark x1="58220" y1="26564" x2="58220" y2="26564"/>
                        <a14:foregroundMark x1="47797" y1="25856" x2="47797" y2="25856"/>
                        <a14:foregroundMark x1="48983" y1="26092" x2="48983" y2="26092"/>
                        <a14:foregroundMark x1="49746" y1="26092" x2="49746" y2="26092"/>
                        <a14:foregroundMark x1="50085" y1="26092" x2="50085" y2="26092"/>
                        <a14:foregroundMark x1="51102" y1="26092" x2="51102" y2="26092"/>
                        <a14:foregroundMark x1="83051" y1="54545" x2="83051" y2="54545"/>
                        <a14:foregroundMark x1="80593" y1="54545" x2="80593" y2="54545"/>
                        <a14:foregroundMark x1="81102" y1="53601" x2="81102" y2="53601"/>
                        <a14:foregroundMark x1="83051" y1="51358" x2="83051" y2="51358"/>
                        <a14:foregroundMark x1="84068" y1="51358" x2="84068" y2="51358"/>
                        <a14:foregroundMark x1="85000" y1="51594" x2="85000" y2="51594"/>
                        <a14:foregroundMark x1="85169" y1="52066" x2="85169" y2="52066"/>
                        <a14:foregroundMark x1="85678" y1="52302" x2="85678" y2="52302"/>
                        <a14:foregroundMark x1="85847" y1="52538" x2="85847" y2="52538"/>
                        <a14:foregroundMark x1="85678" y1="52774" x2="85678" y2="52774"/>
                        <a14:foregroundMark x1="84068" y1="53129" x2="84068" y2="53129"/>
                        <a14:backgroundMark x1="47881" y1="14758" x2="47881" y2="147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056" y="862012"/>
            <a:ext cx="5797857" cy="40944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مربع نص 3"/>
          <p:cNvSpPr txBox="1"/>
          <p:nvPr/>
        </p:nvSpPr>
        <p:spPr>
          <a:xfrm>
            <a:off x="4484265" y="4802575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15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547359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نص 1"/>
          <p:cNvSpPr>
            <a:spLocks noGrp="1"/>
          </p:cNvSpPr>
          <p:nvPr>
            <p:ph type="body" idx="1"/>
          </p:nvPr>
        </p:nvSpPr>
        <p:spPr>
          <a:xfrm>
            <a:off x="529935" y="0"/>
            <a:ext cx="8478981" cy="819900"/>
          </a:xfrm>
        </p:spPr>
        <p:txBody>
          <a:bodyPr/>
          <a:lstStyle/>
          <a:p>
            <a:pPr marL="69850" indent="0">
              <a:spcBef>
                <a:spcPts val="0"/>
              </a:spcBef>
              <a:buClr>
                <a:srgbClr val="3C78D8"/>
              </a:buClr>
              <a:buSzPts val="3700"/>
              <a:buNone/>
            </a:pP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Business Model Canvas for our project</a:t>
            </a:r>
            <a:endParaRPr lang="ar-SY" b="0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graphicFrame>
        <p:nvGraphicFramePr>
          <p:cNvPr id="4" name="جدول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933724"/>
              </p:ext>
            </p:extLst>
          </p:nvPr>
        </p:nvGraphicFramePr>
        <p:xfrm>
          <a:off x="1355974" y="596987"/>
          <a:ext cx="6826902" cy="4084320"/>
        </p:xfrm>
        <a:graphic>
          <a:graphicData uri="http://schemas.openxmlformats.org/drawingml/2006/table">
            <a:tbl>
              <a:tblPr rtl="1" firstRow="1" bandRow="1">
                <a:tableStyleId>{9DFEC9F8-A098-42B7-9F13-54587A517E41}</a:tableStyleId>
              </a:tblPr>
              <a:tblGrid>
                <a:gridCol w="981976">
                  <a:extLst>
                    <a:ext uri="{9D8B030D-6E8A-4147-A177-3AD203B41FA5}">
                      <a16:colId xmlns:a16="http://schemas.microsoft.com/office/drawing/2014/main" val="3385642015"/>
                    </a:ext>
                  </a:extLst>
                </a:gridCol>
                <a:gridCol w="2161309">
                  <a:extLst>
                    <a:ext uri="{9D8B030D-6E8A-4147-A177-3AD203B41FA5}">
                      <a16:colId xmlns:a16="http://schemas.microsoft.com/office/drawing/2014/main" val="2375413698"/>
                    </a:ext>
                  </a:extLst>
                </a:gridCol>
                <a:gridCol w="1407983">
                  <a:extLst>
                    <a:ext uri="{9D8B030D-6E8A-4147-A177-3AD203B41FA5}">
                      <a16:colId xmlns:a16="http://schemas.microsoft.com/office/drawing/2014/main" val="1364193498"/>
                    </a:ext>
                  </a:extLst>
                </a:gridCol>
                <a:gridCol w="1137817">
                  <a:extLst>
                    <a:ext uri="{9D8B030D-6E8A-4147-A177-3AD203B41FA5}">
                      <a16:colId xmlns:a16="http://schemas.microsoft.com/office/drawing/2014/main" val="1054273208"/>
                    </a:ext>
                  </a:extLst>
                </a:gridCol>
                <a:gridCol w="1137817">
                  <a:extLst>
                    <a:ext uri="{9D8B030D-6E8A-4147-A177-3AD203B41FA5}">
                      <a16:colId xmlns:a16="http://schemas.microsoft.com/office/drawing/2014/main" val="1453722140"/>
                    </a:ext>
                  </a:extLst>
                </a:gridCol>
              </a:tblGrid>
              <a:tr h="1377286">
                <a:tc rowSpan="3">
                  <a:txBody>
                    <a:bodyPr/>
                    <a:lstStyle/>
                    <a:p>
                      <a:pPr rtl="1"/>
                      <a:r>
                        <a:rPr lang="en-US" sz="12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Customer segments</a:t>
                      </a:r>
                    </a:p>
                    <a:p>
                      <a:pPr rtl="1"/>
                      <a:endParaRPr lang="en-US" sz="1200" b="1" i="0" u="none" strike="noStrike" cap="non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  <a:sym typeface="Arial"/>
                      </a:endParaRPr>
                    </a:p>
                    <a:p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1.Hospital owners </a:t>
                      </a:r>
                    </a:p>
                    <a:p>
                      <a:endParaRPr lang="en-US" sz="1100" b="0" i="0" u="none" strike="noStrike" cap="none" dirty="0">
                        <a:solidFill>
                          <a:srgbClr val="3B3838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  <a:sym typeface="Arial"/>
                      </a:endParaRPr>
                    </a:p>
                    <a:p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2.Medical Insurance Companies </a:t>
                      </a:r>
                    </a:p>
                    <a:p>
                      <a:endParaRPr lang="en-US" sz="1100" b="0" i="0" u="none" strike="noStrike" cap="none" dirty="0">
                        <a:solidFill>
                          <a:srgbClr val="3B3838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  <a:sym typeface="Arial"/>
                      </a:endParaRPr>
                    </a:p>
                    <a:p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3.Companies in the medical field </a:t>
                      </a:r>
                      <a:r>
                        <a:rPr lang="en-US" sz="14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</a:t>
                      </a:r>
                    </a:p>
                    <a:p>
                      <a:pPr rtl="1"/>
                      <a:endParaRPr lang="ar-SY" sz="1200" b="1" i="0" u="none" strike="noStrike" cap="non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CUSTOMER REALTIONSHIP</a:t>
                      </a:r>
                    </a:p>
                    <a:p>
                      <a:pPr rtl="1"/>
                      <a:endParaRPr lang="en-US" sz="1200" b="1" i="0" u="none" strike="noStrike" cap="non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  <a:sym typeface="Arial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Representative from the company that keeps in touch with customers and asks for feedback 	</a:t>
                      </a:r>
                    </a:p>
                    <a:p>
                      <a:pPr algn="l" rtl="0"/>
                      <a:endParaRPr lang="ar-SY" sz="1200" b="1" i="0" u="none" strike="noStrike" cap="non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VALUE PROPOSTION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 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1.The Medical Industry 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100" b="0" i="0" u="none" strike="noStrike" cap="none" dirty="0">
                        <a:solidFill>
                          <a:srgbClr val="3B3838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  <a:sym typeface="Arial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2,.Medical staff</a:t>
                      </a:r>
                      <a:endParaRPr lang="ar-SY" sz="1100" b="0" i="0" u="none" strike="noStrike" cap="none" dirty="0">
                        <a:solidFill>
                          <a:srgbClr val="3B3838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KEY ACTIVITIES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endParaRPr lang="en-GB" sz="1100" b="1" dirty="0">
                        <a:solidFill>
                          <a:srgbClr val="3B3838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1.Creation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 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2.Reporting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 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3.Promotion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 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4.Optimization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rgbClr val="3B3838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/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</a:rPr>
                        <a:t>KEY PARTNERS</a:t>
                      </a:r>
                      <a:endParaRPr lang="en-US" sz="10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900" dirty="0">
                        <a:solidFill>
                          <a:srgbClr val="3B3838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Businesses that import class-one electronic and </a:t>
                      </a:r>
                      <a:r>
                        <a:rPr lang="en-GB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mechanical components.</a:t>
                      </a:r>
                      <a:endParaRPr lang="en-US" sz="1100" b="0" i="0" u="none" strike="noStrike" cap="none" dirty="0">
                        <a:solidFill>
                          <a:srgbClr val="3B3838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576728519"/>
                  </a:ext>
                </a:extLst>
              </a:tr>
              <a:tr h="541164">
                <a:tc vMerge="1">
                  <a:txBody>
                    <a:bodyPr/>
                    <a:lstStyle/>
                    <a:p>
                      <a:pPr rtl="1"/>
                      <a:endParaRPr lang="ar-SY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rtl="1"/>
                      <a:r>
                        <a:rPr lang="en-US" sz="12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CHANNELS</a:t>
                      </a:r>
                    </a:p>
                    <a:p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1.Word of mouth </a:t>
                      </a:r>
                    </a:p>
                    <a:p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2.YouTube </a:t>
                      </a:r>
                    </a:p>
                    <a:p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3.Facebook </a:t>
                      </a:r>
                    </a:p>
                    <a:p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4.Applying to contests and</a:t>
                      </a:r>
                      <a:r>
                        <a:rPr lang="en-US" sz="1100" b="0" i="0" u="none" strike="noStrike" cap="none" baseline="0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showrooms </a:t>
                      </a:r>
                      <a:r>
                        <a:rPr lang="en-US" sz="14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2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KEY RESOURCES</a:t>
                      </a:r>
                      <a:endParaRPr lang="en-GB" sz="1100" b="1" dirty="0">
                        <a:solidFill>
                          <a:srgbClr val="3B3838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dirty="0">
                          <a:solidFill>
                            <a:srgbClr val="3B3838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Robotics engineers </a:t>
                      </a:r>
                    </a:p>
                  </a:txBody>
                  <a:tcPr marL="114300" marR="11430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rgbClr val="3B3838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rgbClr val="3B3838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2574299745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rtl="1"/>
                      <a:endParaRPr lang="ar-SY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Y" dirty="0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COST</a:t>
                      </a:r>
                      <a:r>
                        <a:rPr lang="en-US" sz="1400" b="1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STRUCTURE</a:t>
                      </a:r>
                    </a:p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200" b="1" i="0" u="none" strike="noStrike" cap="non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  <a:sym typeface="Arial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1.Staff Costs 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100" b="0" i="0" u="none" strike="noStrike" cap="none" dirty="0">
                        <a:solidFill>
                          <a:srgbClr val="3B3838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  <a:sym typeface="Arial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2.Operating Expenses 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100" b="0" i="0" u="none" strike="noStrike" cap="none" dirty="0">
                        <a:solidFill>
                          <a:srgbClr val="3B3838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  <a:sym typeface="Arial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3.Marketing Costs (Facebook and Instagram ADS). </a:t>
                      </a:r>
                      <a:endParaRPr lang="en-US" sz="1200" b="1" i="0" u="none" strike="noStrike" cap="non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  <a:sym typeface="Arial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rtl="1"/>
                      <a:endParaRPr lang="ar-S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39559"/>
                  </a:ext>
                </a:extLst>
              </a:tr>
              <a:tr h="501941">
                <a:tc gridSpan="2">
                  <a:txBody>
                    <a:bodyPr/>
                    <a:lstStyle/>
                    <a:p>
                      <a:pPr rtl="1"/>
                      <a:r>
                        <a:rPr lang="en-US" sz="12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REVENUR</a:t>
                      </a:r>
                      <a:r>
                        <a:rPr lang="en-US" baseline="0" dirty="0"/>
                        <a:t> </a:t>
                      </a:r>
                      <a:r>
                        <a:rPr lang="en-US" sz="1200" b="1" i="0" u="none" strike="noStrike" cap="non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+mj-cs"/>
                          <a:sym typeface="Arial"/>
                        </a:rPr>
                        <a:t>STREAMS</a:t>
                      </a:r>
                    </a:p>
                    <a:p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1.One time purchase of a product</a:t>
                      </a:r>
                    </a:p>
                    <a:p>
                      <a:r>
                        <a:rPr lang="en-US" sz="1100" b="0" i="0" u="none" strike="noStrike" cap="none" dirty="0">
                          <a:solidFill>
                            <a:srgbClr val="3B383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  <a:sym typeface="Arial"/>
                        </a:rPr>
                        <a:t>2.Charge Maintenance Fees </a:t>
                      </a:r>
                      <a:r>
                        <a:rPr lang="en-US" sz="14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</a:t>
                      </a:r>
                    </a:p>
                    <a:p>
                      <a:pPr rtl="1"/>
                      <a:endParaRPr lang="en-US" sz="1200" b="1" i="0" u="none" strike="noStrike" cap="non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  <a:sym typeface="Arial"/>
                      </a:endParaRPr>
                    </a:p>
                    <a:p>
                      <a:pPr rtl="1"/>
                      <a:endParaRPr lang="en-US" baseline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Y" dirty="0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901480"/>
                  </a:ext>
                </a:extLst>
              </a:tr>
            </a:tbl>
          </a:graphicData>
        </a:graphic>
      </p:graphicFrame>
      <p:sp>
        <p:nvSpPr>
          <p:cNvPr id="5" name="مربع نص 4"/>
          <p:cNvSpPr txBox="1"/>
          <p:nvPr/>
        </p:nvSpPr>
        <p:spPr>
          <a:xfrm>
            <a:off x="4577706" y="4835723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16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2070801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نص 1"/>
          <p:cNvSpPr>
            <a:spLocks noGrp="1"/>
          </p:cNvSpPr>
          <p:nvPr>
            <p:ph type="body" idx="1"/>
          </p:nvPr>
        </p:nvSpPr>
        <p:spPr>
          <a:xfrm>
            <a:off x="2065807" y="0"/>
            <a:ext cx="4825500" cy="819900"/>
          </a:xfrm>
        </p:spPr>
        <p:txBody>
          <a:bodyPr/>
          <a:lstStyle/>
          <a:p>
            <a:pPr marL="69850" indent="0">
              <a:buNone/>
            </a:pP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Arial"/>
              </a:rPr>
              <a:t>Results</a:t>
            </a:r>
            <a:endParaRPr lang="ar-SY" b="0" dirty="0">
              <a:solidFill>
                <a:srgbClr val="3C78D8"/>
              </a:solidFill>
              <a:latin typeface="Sniglet"/>
              <a:ea typeface="Sniglet"/>
              <a:cs typeface="Sniglet"/>
              <a:sym typeface="Arial"/>
            </a:endParaRPr>
          </a:p>
        </p:txBody>
      </p:sp>
      <p:sp>
        <p:nvSpPr>
          <p:cNvPr id="4" name="مربع نص 3"/>
          <p:cNvSpPr txBox="1"/>
          <p:nvPr/>
        </p:nvSpPr>
        <p:spPr>
          <a:xfrm>
            <a:off x="1859973" y="1319645"/>
            <a:ext cx="184731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SY" dirty="0"/>
          </a:p>
        </p:txBody>
      </p:sp>
      <p:sp>
        <p:nvSpPr>
          <p:cNvPr id="5" name="مربع نص 4"/>
          <p:cNvSpPr txBox="1"/>
          <p:nvPr/>
        </p:nvSpPr>
        <p:spPr>
          <a:xfrm>
            <a:off x="613065" y="1104202"/>
            <a:ext cx="7938654" cy="8002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1.      Our AI model provides its efficiency in detecting masks, navigation and arm tasks In testing, the CNN model has around 98.58% accuracy</a:t>
            </a:r>
          </a:p>
          <a:p>
            <a:endParaRPr lang="ar-SY" dirty="0"/>
          </a:p>
        </p:txBody>
      </p:sp>
      <p:pic>
        <p:nvPicPr>
          <p:cNvPr id="6" name="Pictur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402" y="1842866"/>
            <a:ext cx="3242310" cy="2371090"/>
          </a:xfrm>
          <a:prstGeom prst="rect">
            <a:avLst/>
          </a:prstGeom>
        </p:spPr>
      </p:pic>
      <p:sp>
        <p:nvSpPr>
          <p:cNvPr id="7" name="مربع نص 6"/>
          <p:cNvSpPr txBox="1"/>
          <p:nvPr/>
        </p:nvSpPr>
        <p:spPr>
          <a:xfrm>
            <a:off x="4390673" y="4798731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17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2309329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نص 1"/>
          <p:cNvSpPr>
            <a:spLocks noGrp="1"/>
          </p:cNvSpPr>
          <p:nvPr>
            <p:ph type="body" idx="1"/>
          </p:nvPr>
        </p:nvSpPr>
        <p:spPr>
          <a:xfrm>
            <a:off x="2065807" y="0"/>
            <a:ext cx="4825500" cy="819900"/>
          </a:xfrm>
        </p:spPr>
        <p:txBody>
          <a:bodyPr/>
          <a:lstStyle/>
          <a:p>
            <a:pPr marL="69850" indent="0">
              <a:buNone/>
            </a:pP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Arial"/>
              </a:rPr>
              <a:t>Results</a:t>
            </a:r>
            <a:endParaRPr lang="ar-SY" b="0" dirty="0">
              <a:solidFill>
                <a:srgbClr val="3C78D8"/>
              </a:solidFill>
              <a:latin typeface="Sniglet"/>
              <a:ea typeface="Sniglet"/>
              <a:cs typeface="Sniglet"/>
              <a:sym typeface="Arial"/>
            </a:endParaRPr>
          </a:p>
        </p:txBody>
      </p:sp>
      <p:sp>
        <p:nvSpPr>
          <p:cNvPr id="4" name="مربع نص 3"/>
          <p:cNvSpPr txBox="1"/>
          <p:nvPr/>
        </p:nvSpPr>
        <p:spPr>
          <a:xfrm>
            <a:off x="1859973" y="1319645"/>
            <a:ext cx="184731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SY" dirty="0"/>
          </a:p>
        </p:txBody>
      </p:sp>
      <p:sp>
        <p:nvSpPr>
          <p:cNvPr id="5" name="مربع نص 4"/>
          <p:cNvSpPr txBox="1"/>
          <p:nvPr/>
        </p:nvSpPr>
        <p:spPr>
          <a:xfrm>
            <a:off x="613065" y="1228893"/>
            <a:ext cx="7938654" cy="24622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/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Dosis"/>
              </a:rPr>
              <a:t>2.      The mechanism of the robots and the arm mounted on it was satisfying for the tasks mentioned and the navigate shows flexibility even if there are lot of human around.</a:t>
            </a:r>
          </a:p>
          <a:p>
            <a:pPr lvl="0"/>
            <a:endParaRPr lang="en-US" sz="1600" dirty="0">
              <a:solidFill>
                <a:srgbClr val="3C78D8"/>
              </a:solidFill>
              <a:latin typeface="Sniglet"/>
              <a:ea typeface="Sniglet"/>
              <a:cs typeface="Sniglet"/>
              <a:sym typeface="Dosis"/>
            </a:endParaRPr>
          </a:p>
          <a:p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Dosis"/>
              </a:rPr>
              <a:t>3.     The connection using ROS interrupts when the live video has large number of faces. So using </a:t>
            </a:r>
            <a:r>
              <a:rPr lang="en-US" sz="1600" dirty="0" err="1">
                <a:solidFill>
                  <a:srgbClr val="3C78D8"/>
                </a:solidFill>
                <a:latin typeface="Sniglet"/>
                <a:ea typeface="Sniglet"/>
                <a:cs typeface="Sniglet"/>
                <a:sym typeface="Dosis"/>
              </a:rPr>
              <a:t>pyserial</a:t>
            </a:r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Dosis"/>
              </a:rPr>
              <a:t> to initiate the connection between Arduino and Raspberry Pi could be more efficient.</a:t>
            </a:r>
          </a:p>
          <a:p>
            <a:r>
              <a:rPr lang="en-US" dirty="0"/>
              <a:t>    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endParaRPr lang="ar-SY" dirty="0"/>
          </a:p>
        </p:txBody>
      </p:sp>
      <p:sp>
        <p:nvSpPr>
          <p:cNvPr id="6" name="مربع نص 5"/>
          <p:cNvSpPr txBox="1"/>
          <p:nvPr/>
        </p:nvSpPr>
        <p:spPr>
          <a:xfrm>
            <a:off x="4390673" y="4731813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18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516529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نص 1"/>
          <p:cNvSpPr>
            <a:spLocks noGrp="1"/>
          </p:cNvSpPr>
          <p:nvPr>
            <p:ph type="body" idx="1"/>
          </p:nvPr>
        </p:nvSpPr>
        <p:spPr>
          <a:xfrm>
            <a:off x="2045025" y="155864"/>
            <a:ext cx="4825500" cy="819900"/>
          </a:xfrm>
        </p:spPr>
        <p:txBody>
          <a:bodyPr/>
          <a:lstStyle/>
          <a:p>
            <a:pPr marL="69850" indent="0">
              <a:buNone/>
            </a:pP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Arial"/>
              </a:rPr>
              <a:t>Conclusion</a:t>
            </a:r>
            <a:endParaRPr lang="ar-SY" b="0" dirty="0">
              <a:solidFill>
                <a:srgbClr val="3C78D8"/>
              </a:solidFill>
              <a:latin typeface="Sniglet"/>
              <a:ea typeface="Sniglet"/>
              <a:cs typeface="Sniglet"/>
              <a:sym typeface="Arial"/>
            </a:endParaRPr>
          </a:p>
        </p:txBody>
      </p:sp>
      <p:sp>
        <p:nvSpPr>
          <p:cNvPr id="3" name="مربع نص 2"/>
          <p:cNvSpPr txBox="1"/>
          <p:nvPr/>
        </p:nvSpPr>
        <p:spPr>
          <a:xfrm>
            <a:off x="4266056" y="4711031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19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539769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نص 1"/>
          <p:cNvSpPr>
            <a:spLocks noGrp="1"/>
          </p:cNvSpPr>
          <p:nvPr>
            <p:ph type="body" idx="1"/>
          </p:nvPr>
        </p:nvSpPr>
        <p:spPr>
          <a:xfrm>
            <a:off x="2159325" y="166745"/>
            <a:ext cx="4825500" cy="819900"/>
          </a:xfrm>
        </p:spPr>
        <p:txBody>
          <a:bodyPr/>
          <a:lstStyle/>
          <a:p>
            <a:pPr marL="69850" indent="0">
              <a:buNone/>
            </a:pPr>
            <a:r>
              <a:rPr lang="en-US" b="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Future Works</a:t>
            </a:r>
            <a:endParaRPr lang="ar-SY" b="0" dirty="0">
              <a:solidFill>
                <a:srgbClr val="3C78D8"/>
              </a:solidFill>
              <a:latin typeface="Sniglet"/>
              <a:ea typeface="Sniglet"/>
              <a:cs typeface="Sniglet"/>
            </a:endParaRPr>
          </a:p>
        </p:txBody>
      </p:sp>
      <p:sp>
        <p:nvSpPr>
          <p:cNvPr id="3" name="مستطيل 2"/>
          <p:cNvSpPr/>
          <p:nvPr/>
        </p:nvSpPr>
        <p:spPr>
          <a:xfrm>
            <a:off x="852166" y="1100453"/>
            <a:ext cx="743981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1.     Use other navigation teachings and algorithms like lane detection, GPS or SLAM technology.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2.     Increase the number of robot tasks and add more robots to make a swarm of healthcare robots (maybe a robot for cleaning).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3.     Use alternative energy source to charge the robots batteries like wind energy.</a:t>
            </a:r>
          </a:p>
          <a:p>
            <a:pPr lvl="0">
              <a:lnSpc>
                <a:spcPct val="15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3C78D8"/>
                </a:solidFill>
                <a:latin typeface="Sniglet"/>
                <a:ea typeface="Sniglet"/>
                <a:cs typeface="Sniglet"/>
              </a:rPr>
              <a:t>4.     Increase the number of the train dataset that contains unique photos comparing to the dataset we used in trained our model. </a:t>
            </a:r>
          </a:p>
        </p:txBody>
      </p:sp>
      <p:sp>
        <p:nvSpPr>
          <p:cNvPr id="4" name="مربع نص 3"/>
          <p:cNvSpPr txBox="1"/>
          <p:nvPr/>
        </p:nvSpPr>
        <p:spPr>
          <a:xfrm>
            <a:off x="4380355" y="4731813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20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555700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جدول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198225"/>
              </p:ext>
            </p:extLst>
          </p:nvPr>
        </p:nvGraphicFramePr>
        <p:xfrm>
          <a:off x="747711" y="1029104"/>
          <a:ext cx="6791325" cy="3445383"/>
        </p:xfrm>
        <a:graphic>
          <a:graphicData uri="http://schemas.openxmlformats.org/drawingml/2006/table">
            <a:tbl>
              <a:tblPr firstRow="1" firstCol="1" bandRow="1">
                <a:tableStyleId>{9DFEC9F8-A098-42B7-9F13-54587A517E41}</a:tableStyleId>
              </a:tblPr>
              <a:tblGrid>
                <a:gridCol w="44877">
                  <a:extLst>
                    <a:ext uri="{9D8B030D-6E8A-4147-A177-3AD203B41FA5}">
                      <a16:colId xmlns:a16="http://schemas.microsoft.com/office/drawing/2014/main" val="1007595819"/>
                    </a:ext>
                  </a:extLst>
                </a:gridCol>
                <a:gridCol w="314030">
                  <a:extLst>
                    <a:ext uri="{9D8B030D-6E8A-4147-A177-3AD203B41FA5}">
                      <a16:colId xmlns:a16="http://schemas.microsoft.com/office/drawing/2014/main" val="2229211031"/>
                    </a:ext>
                  </a:extLst>
                </a:gridCol>
                <a:gridCol w="35260">
                  <a:extLst>
                    <a:ext uri="{9D8B030D-6E8A-4147-A177-3AD203B41FA5}">
                      <a16:colId xmlns:a16="http://schemas.microsoft.com/office/drawing/2014/main" val="2193970745"/>
                    </a:ext>
                  </a:extLst>
                </a:gridCol>
                <a:gridCol w="6397158">
                  <a:extLst>
                    <a:ext uri="{9D8B030D-6E8A-4147-A177-3AD203B41FA5}">
                      <a16:colId xmlns:a16="http://schemas.microsoft.com/office/drawing/2014/main" val="2512891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 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[1]</a:t>
                      </a:r>
                    </a:p>
                  </a:txBody>
                  <a:tcPr marL="9525" marR="9525" marT="9525" marB="9525"/>
                </a:tc>
                <a:tc gridSpan="2"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"Detection of </a:t>
                      </a:r>
                      <a:r>
                        <a:rPr lang="en-US" sz="1400" b="0" i="0" u="none" strike="noStrike" cap="none" dirty="0" err="1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ArUco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 Markers," 29 Dec 2022. [Online]. Available: 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  <a:hlinkClick r:id="rId2"/>
                        </a:rPr>
                        <a:t>https://docs.opencv.org/4.x/d5/dae/tutorial_aruco_detection.html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.</a:t>
                      </a: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679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 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[2]</a:t>
                      </a:r>
                    </a:p>
                  </a:txBody>
                  <a:tcPr marL="9525" marR="9525" marT="9525" marB="9525"/>
                </a:tc>
                <a:tc gridSpan="2"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Robotics, Open, "ROS - Robot Operating System," 2021. [Online]. Available: 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  <a:hlinkClick r:id="rId3"/>
                        </a:rPr>
                        <a:t>https://www.ros.org/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.</a:t>
                      </a: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48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 </a:t>
                      </a:r>
                    </a:p>
                  </a:txBody>
                  <a:tcPr marL="9525" marR="9525" marT="9525" marB="9525"/>
                </a:tc>
                <a:tc gridSpan="2"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[3]</a:t>
                      </a: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V. </a:t>
                      </a:r>
                      <a:r>
                        <a:rPr lang="en-US" sz="1400" b="0" i="0" u="none" strike="noStrike" cap="none" dirty="0" err="1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Bhateja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, T. A. S. C. </a:t>
                      </a:r>
                      <a:r>
                        <a:rPr lang="en-US" sz="1400" b="0" i="0" u="none" strike="noStrike" cap="none" dirty="0" err="1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Satapathy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 and M. N. </a:t>
                      </a:r>
                      <a:r>
                        <a:rPr lang="en-US" sz="1400" b="0" i="0" u="none" strike="noStrike" cap="none" dirty="0" err="1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Favorskaya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, Smart Intelligent Computing and Applications, Volume 2: Proceedings of Fifth International Conference on Smart Computing and Informatics (SCI 2021), Singapore: Springer Nature Singapore, 2022.</a:t>
                      </a:r>
                    </a:p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  <a:hlinkClick r:id="rId4"/>
                        </a:rPr>
                        <a:t>https://www.researchgate.net/publication/354009690_Healthcare_Robotics_Key_Factors_that_Impact_Robot_Adoption_in_Healthcare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.</a:t>
                      </a: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337447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 </a:t>
                      </a:r>
                    </a:p>
                  </a:txBody>
                  <a:tcPr marL="9525" marR="9525" marT="9525" marB="9525"/>
                </a:tc>
                <a:tc gridSpan="2"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[4]</a:t>
                      </a: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S. </a:t>
                      </a:r>
                      <a:r>
                        <a:rPr lang="en-US" sz="1400" b="0" i="0" u="none" strike="noStrike" cap="none" dirty="0" err="1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Alla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 and P. </a:t>
                      </a:r>
                      <a:r>
                        <a:rPr lang="en-US" sz="1400" b="0" i="0" u="none" strike="noStrike" cap="none" dirty="0" err="1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Pazos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, Healthcare Robotics: Key Factors that Impact Robot Adoption in Healthcare, Norfolk: </a:t>
                      </a:r>
                      <a:r>
                        <a:rPr lang="en-US" sz="1400" b="0" i="0" u="none" strike="noStrike" cap="none" dirty="0" err="1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ResearchGate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, 2021. </a:t>
                      </a:r>
                    </a:p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  <a:hlinkClick r:id="rId5"/>
                        </a:rPr>
                        <a:t>https://www.google.com/books/edition/Smart_Intelligent_Computing_and_Applicat/Y9xwEAAAQBAJ?hl=ar&amp;gbpv=0</a:t>
                      </a:r>
                      <a:r>
                        <a:rPr lang="en-US" sz="1400" b="0" i="0" u="none" strike="noStrike" cap="none" dirty="0">
                          <a:solidFill>
                            <a:srgbClr val="3C78D8"/>
                          </a:solidFill>
                          <a:latin typeface="Sniglet"/>
                          <a:ea typeface="Sniglet"/>
                          <a:cs typeface="Sniglet"/>
                          <a:sym typeface="Arial"/>
                        </a:rPr>
                        <a:t>.</a:t>
                      </a: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923727494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47713" y="14970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Y"/>
          </a:p>
        </p:txBody>
      </p:sp>
      <p:sp>
        <p:nvSpPr>
          <p:cNvPr id="4" name="مستطيل 3"/>
          <p:cNvSpPr/>
          <p:nvPr/>
        </p:nvSpPr>
        <p:spPr>
          <a:xfrm>
            <a:off x="3197442" y="235772"/>
            <a:ext cx="189186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9850" indent="0">
              <a:buNone/>
            </a:pPr>
            <a:r>
              <a:rPr lang="en-US" sz="2500" dirty="0">
                <a:solidFill>
                  <a:srgbClr val="3C78D8"/>
                </a:solidFill>
                <a:latin typeface="Sniglet"/>
                <a:ea typeface="Sniglet"/>
                <a:cs typeface="Sniglet"/>
                <a:sym typeface="Dosis"/>
              </a:rPr>
              <a:t>References </a:t>
            </a:r>
            <a:endParaRPr lang="ar-SY" sz="2500" dirty="0">
              <a:solidFill>
                <a:srgbClr val="3C78D8"/>
              </a:solidFill>
              <a:latin typeface="Sniglet"/>
              <a:ea typeface="Sniglet"/>
              <a:cs typeface="Sniglet"/>
              <a:sym typeface="Dosis"/>
            </a:endParaRPr>
          </a:p>
        </p:txBody>
      </p:sp>
      <p:sp>
        <p:nvSpPr>
          <p:cNvPr id="5" name="مربع نص 4"/>
          <p:cNvSpPr txBox="1"/>
          <p:nvPr/>
        </p:nvSpPr>
        <p:spPr>
          <a:xfrm>
            <a:off x="3951654" y="4774765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21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083629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Shape 702"/>
          <p:cNvSpPr txBox="1">
            <a:spLocks noGrp="1"/>
          </p:cNvSpPr>
          <p:nvPr>
            <p:ph type="ctrTitle" idx="4294967295"/>
          </p:nvPr>
        </p:nvSpPr>
        <p:spPr>
          <a:xfrm>
            <a:off x="2793629" y="1735281"/>
            <a:ext cx="5539880" cy="8271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THANKS FOR LISTENING!</a:t>
            </a:r>
            <a:endParaRPr sz="4000" dirty="0"/>
          </a:p>
        </p:txBody>
      </p:sp>
      <p:sp>
        <p:nvSpPr>
          <p:cNvPr id="704" name="Shape 704"/>
          <p:cNvSpPr/>
          <p:nvPr/>
        </p:nvSpPr>
        <p:spPr>
          <a:xfrm>
            <a:off x="1488830" y="1472483"/>
            <a:ext cx="1180108" cy="1089975"/>
          </a:xfrm>
          <a:custGeom>
            <a:avLst/>
            <a:gdLst/>
            <a:ahLst/>
            <a:cxnLst/>
            <a:rect l="0" t="0" r="0" b="0"/>
            <a:pathLst>
              <a:path w="17204" h="15890" extrusionOk="0">
                <a:moveTo>
                  <a:pt x="1241" y="6108"/>
                </a:moveTo>
                <a:lnTo>
                  <a:pt x="1022" y="6376"/>
                </a:lnTo>
                <a:lnTo>
                  <a:pt x="852" y="6644"/>
                </a:lnTo>
                <a:lnTo>
                  <a:pt x="755" y="6765"/>
                </a:lnTo>
                <a:lnTo>
                  <a:pt x="730" y="6425"/>
                </a:lnTo>
                <a:lnTo>
                  <a:pt x="682" y="6108"/>
                </a:lnTo>
                <a:close/>
                <a:moveTo>
                  <a:pt x="3188" y="6181"/>
                </a:moveTo>
                <a:lnTo>
                  <a:pt x="3918" y="6206"/>
                </a:lnTo>
                <a:lnTo>
                  <a:pt x="3772" y="6327"/>
                </a:lnTo>
                <a:lnTo>
                  <a:pt x="3626" y="6498"/>
                </a:lnTo>
                <a:lnTo>
                  <a:pt x="3382" y="6814"/>
                </a:lnTo>
                <a:lnTo>
                  <a:pt x="3236" y="7009"/>
                </a:lnTo>
                <a:lnTo>
                  <a:pt x="3115" y="6936"/>
                </a:lnTo>
                <a:lnTo>
                  <a:pt x="2969" y="6911"/>
                </a:lnTo>
                <a:lnTo>
                  <a:pt x="2896" y="6887"/>
                </a:lnTo>
                <a:lnTo>
                  <a:pt x="2798" y="6863"/>
                </a:lnTo>
                <a:lnTo>
                  <a:pt x="2725" y="6863"/>
                </a:lnTo>
                <a:lnTo>
                  <a:pt x="2969" y="6546"/>
                </a:lnTo>
                <a:lnTo>
                  <a:pt x="3188" y="6230"/>
                </a:lnTo>
                <a:lnTo>
                  <a:pt x="3188" y="6181"/>
                </a:lnTo>
                <a:close/>
                <a:moveTo>
                  <a:pt x="4112" y="6206"/>
                </a:moveTo>
                <a:lnTo>
                  <a:pt x="4064" y="6376"/>
                </a:lnTo>
                <a:lnTo>
                  <a:pt x="4039" y="6546"/>
                </a:lnTo>
                <a:lnTo>
                  <a:pt x="4039" y="6863"/>
                </a:lnTo>
                <a:lnTo>
                  <a:pt x="3991" y="7398"/>
                </a:lnTo>
                <a:lnTo>
                  <a:pt x="3796" y="7617"/>
                </a:lnTo>
                <a:lnTo>
                  <a:pt x="3626" y="7860"/>
                </a:lnTo>
                <a:lnTo>
                  <a:pt x="3650" y="7714"/>
                </a:lnTo>
                <a:lnTo>
                  <a:pt x="3650" y="7568"/>
                </a:lnTo>
                <a:lnTo>
                  <a:pt x="3626" y="7447"/>
                </a:lnTo>
                <a:lnTo>
                  <a:pt x="3577" y="7325"/>
                </a:lnTo>
                <a:lnTo>
                  <a:pt x="3504" y="7203"/>
                </a:lnTo>
                <a:lnTo>
                  <a:pt x="3820" y="6717"/>
                </a:lnTo>
                <a:lnTo>
                  <a:pt x="3966" y="6473"/>
                </a:lnTo>
                <a:lnTo>
                  <a:pt x="4088" y="6206"/>
                </a:lnTo>
                <a:close/>
                <a:moveTo>
                  <a:pt x="2701" y="7301"/>
                </a:moveTo>
                <a:lnTo>
                  <a:pt x="2750" y="7325"/>
                </a:lnTo>
                <a:lnTo>
                  <a:pt x="2823" y="7325"/>
                </a:lnTo>
                <a:lnTo>
                  <a:pt x="2969" y="7374"/>
                </a:lnTo>
                <a:lnTo>
                  <a:pt x="3090" y="7447"/>
                </a:lnTo>
                <a:lnTo>
                  <a:pt x="3163" y="7568"/>
                </a:lnTo>
                <a:lnTo>
                  <a:pt x="3188" y="7690"/>
                </a:lnTo>
                <a:lnTo>
                  <a:pt x="3188" y="7836"/>
                </a:lnTo>
                <a:lnTo>
                  <a:pt x="3139" y="7982"/>
                </a:lnTo>
                <a:lnTo>
                  <a:pt x="3042" y="8104"/>
                </a:lnTo>
                <a:lnTo>
                  <a:pt x="2920" y="8201"/>
                </a:lnTo>
                <a:lnTo>
                  <a:pt x="2847" y="8225"/>
                </a:lnTo>
                <a:lnTo>
                  <a:pt x="2774" y="8250"/>
                </a:lnTo>
                <a:lnTo>
                  <a:pt x="2677" y="8225"/>
                </a:lnTo>
                <a:lnTo>
                  <a:pt x="2604" y="8201"/>
                </a:lnTo>
                <a:lnTo>
                  <a:pt x="2531" y="8152"/>
                </a:lnTo>
                <a:lnTo>
                  <a:pt x="2482" y="8079"/>
                </a:lnTo>
                <a:lnTo>
                  <a:pt x="2433" y="8031"/>
                </a:lnTo>
                <a:lnTo>
                  <a:pt x="2409" y="7958"/>
                </a:lnTo>
                <a:lnTo>
                  <a:pt x="2385" y="7836"/>
                </a:lnTo>
                <a:lnTo>
                  <a:pt x="2385" y="7714"/>
                </a:lnTo>
                <a:lnTo>
                  <a:pt x="2433" y="7593"/>
                </a:lnTo>
                <a:lnTo>
                  <a:pt x="2482" y="7495"/>
                </a:lnTo>
                <a:lnTo>
                  <a:pt x="2579" y="7374"/>
                </a:lnTo>
                <a:lnTo>
                  <a:pt x="2701" y="7301"/>
                </a:lnTo>
                <a:close/>
                <a:moveTo>
                  <a:pt x="1582" y="6133"/>
                </a:moveTo>
                <a:lnTo>
                  <a:pt x="1898" y="6157"/>
                </a:lnTo>
                <a:lnTo>
                  <a:pt x="2239" y="6157"/>
                </a:lnTo>
                <a:lnTo>
                  <a:pt x="3042" y="6181"/>
                </a:lnTo>
                <a:lnTo>
                  <a:pt x="2823" y="6303"/>
                </a:lnTo>
                <a:lnTo>
                  <a:pt x="2628" y="6473"/>
                </a:lnTo>
                <a:lnTo>
                  <a:pt x="2458" y="6692"/>
                </a:lnTo>
                <a:lnTo>
                  <a:pt x="2287" y="6911"/>
                </a:lnTo>
                <a:lnTo>
                  <a:pt x="1995" y="7398"/>
                </a:lnTo>
                <a:lnTo>
                  <a:pt x="1728" y="7836"/>
                </a:lnTo>
                <a:lnTo>
                  <a:pt x="1485" y="8225"/>
                </a:lnTo>
                <a:lnTo>
                  <a:pt x="1193" y="8639"/>
                </a:lnTo>
                <a:lnTo>
                  <a:pt x="925" y="9053"/>
                </a:lnTo>
                <a:lnTo>
                  <a:pt x="657" y="9466"/>
                </a:lnTo>
                <a:lnTo>
                  <a:pt x="633" y="8639"/>
                </a:lnTo>
                <a:lnTo>
                  <a:pt x="755" y="8566"/>
                </a:lnTo>
                <a:lnTo>
                  <a:pt x="852" y="8469"/>
                </a:lnTo>
                <a:lnTo>
                  <a:pt x="1047" y="8225"/>
                </a:lnTo>
                <a:lnTo>
                  <a:pt x="1193" y="7982"/>
                </a:lnTo>
                <a:lnTo>
                  <a:pt x="1314" y="7714"/>
                </a:lnTo>
                <a:lnTo>
                  <a:pt x="1436" y="7544"/>
                </a:lnTo>
                <a:lnTo>
                  <a:pt x="1582" y="7349"/>
                </a:lnTo>
                <a:lnTo>
                  <a:pt x="1874" y="6984"/>
                </a:lnTo>
                <a:lnTo>
                  <a:pt x="1995" y="6790"/>
                </a:lnTo>
                <a:lnTo>
                  <a:pt x="2141" y="6619"/>
                </a:lnTo>
                <a:lnTo>
                  <a:pt x="2239" y="6425"/>
                </a:lnTo>
                <a:lnTo>
                  <a:pt x="2312" y="6206"/>
                </a:lnTo>
                <a:lnTo>
                  <a:pt x="2312" y="6181"/>
                </a:lnTo>
                <a:lnTo>
                  <a:pt x="2287" y="6181"/>
                </a:lnTo>
                <a:lnTo>
                  <a:pt x="2117" y="6279"/>
                </a:lnTo>
                <a:lnTo>
                  <a:pt x="1971" y="6400"/>
                </a:lnTo>
                <a:lnTo>
                  <a:pt x="1825" y="6546"/>
                </a:lnTo>
                <a:lnTo>
                  <a:pt x="1703" y="6692"/>
                </a:lnTo>
                <a:lnTo>
                  <a:pt x="1460" y="7009"/>
                </a:lnTo>
                <a:lnTo>
                  <a:pt x="1217" y="7325"/>
                </a:lnTo>
                <a:lnTo>
                  <a:pt x="925" y="7714"/>
                </a:lnTo>
                <a:lnTo>
                  <a:pt x="657" y="8152"/>
                </a:lnTo>
                <a:lnTo>
                  <a:pt x="657" y="8128"/>
                </a:lnTo>
                <a:lnTo>
                  <a:pt x="730" y="7398"/>
                </a:lnTo>
                <a:lnTo>
                  <a:pt x="828" y="7276"/>
                </a:lnTo>
                <a:lnTo>
                  <a:pt x="901" y="7130"/>
                </a:lnTo>
                <a:lnTo>
                  <a:pt x="1047" y="6887"/>
                </a:lnTo>
                <a:lnTo>
                  <a:pt x="1339" y="6522"/>
                </a:lnTo>
                <a:lnTo>
                  <a:pt x="1460" y="6327"/>
                </a:lnTo>
                <a:lnTo>
                  <a:pt x="1582" y="6133"/>
                </a:lnTo>
                <a:close/>
                <a:moveTo>
                  <a:pt x="1971" y="7982"/>
                </a:moveTo>
                <a:lnTo>
                  <a:pt x="1995" y="8104"/>
                </a:lnTo>
                <a:lnTo>
                  <a:pt x="2044" y="8225"/>
                </a:lnTo>
                <a:lnTo>
                  <a:pt x="2117" y="8323"/>
                </a:lnTo>
                <a:lnTo>
                  <a:pt x="2190" y="8396"/>
                </a:lnTo>
                <a:lnTo>
                  <a:pt x="1533" y="9369"/>
                </a:lnTo>
                <a:lnTo>
                  <a:pt x="682" y="10658"/>
                </a:lnTo>
                <a:lnTo>
                  <a:pt x="682" y="10512"/>
                </a:lnTo>
                <a:lnTo>
                  <a:pt x="657" y="10123"/>
                </a:lnTo>
                <a:lnTo>
                  <a:pt x="1241" y="9150"/>
                </a:lnTo>
                <a:lnTo>
                  <a:pt x="1849" y="8201"/>
                </a:lnTo>
                <a:lnTo>
                  <a:pt x="1971" y="7982"/>
                </a:lnTo>
                <a:close/>
                <a:moveTo>
                  <a:pt x="3188" y="8566"/>
                </a:moveTo>
                <a:lnTo>
                  <a:pt x="2312" y="9928"/>
                </a:lnTo>
                <a:lnTo>
                  <a:pt x="1436" y="11242"/>
                </a:lnTo>
                <a:lnTo>
                  <a:pt x="1047" y="11753"/>
                </a:lnTo>
                <a:lnTo>
                  <a:pt x="828" y="11997"/>
                </a:lnTo>
                <a:lnTo>
                  <a:pt x="657" y="12264"/>
                </a:lnTo>
                <a:lnTo>
                  <a:pt x="657" y="11242"/>
                </a:lnTo>
                <a:lnTo>
                  <a:pt x="974" y="10780"/>
                </a:lnTo>
                <a:lnTo>
                  <a:pt x="1922" y="9369"/>
                </a:lnTo>
                <a:lnTo>
                  <a:pt x="2458" y="8590"/>
                </a:lnTo>
                <a:lnTo>
                  <a:pt x="2579" y="8639"/>
                </a:lnTo>
                <a:lnTo>
                  <a:pt x="2725" y="8663"/>
                </a:lnTo>
                <a:lnTo>
                  <a:pt x="2871" y="8663"/>
                </a:lnTo>
                <a:lnTo>
                  <a:pt x="2993" y="8639"/>
                </a:lnTo>
                <a:lnTo>
                  <a:pt x="3090" y="8615"/>
                </a:lnTo>
                <a:lnTo>
                  <a:pt x="3188" y="8566"/>
                </a:lnTo>
                <a:close/>
                <a:moveTo>
                  <a:pt x="3991" y="7787"/>
                </a:moveTo>
                <a:lnTo>
                  <a:pt x="3991" y="8834"/>
                </a:lnTo>
                <a:lnTo>
                  <a:pt x="3820" y="8980"/>
                </a:lnTo>
                <a:lnTo>
                  <a:pt x="3650" y="9174"/>
                </a:lnTo>
                <a:lnTo>
                  <a:pt x="3358" y="9588"/>
                </a:lnTo>
                <a:lnTo>
                  <a:pt x="2823" y="10342"/>
                </a:lnTo>
                <a:lnTo>
                  <a:pt x="2555" y="10707"/>
                </a:lnTo>
                <a:lnTo>
                  <a:pt x="2287" y="11096"/>
                </a:lnTo>
                <a:lnTo>
                  <a:pt x="1436" y="12143"/>
                </a:lnTo>
                <a:lnTo>
                  <a:pt x="1022" y="12654"/>
                </a:lnTo>
                <a:lnTo>
                  <a:pt x="633" y="13189"/>
                </a:lnTo>
                <a:lnTo>
                  <a:pt x="633" y="12946"/>
                </a:lnTo>
                <a:lnTo>
                  <a:pt x="633" y="12775"/>
                </a:lnTo>
                <a:lnTo>
                  <a:pt x="755" y="12654"/>
                </a:lnTo>
                <a:lnTo>
                  <a:pt x="876" y="12532"/>
                </a:lnTo>
                <a:lnTo>
                  <a:pt x="1120" y="12264"/>
                </a:lnTo>
                <a:lnTo>
                  <a:pt x="1509" y="11680"/>
                </a:lnTo>
                <a:lnTo>
                  <a:pt x="2020" y="10975"/>
                </a:lnTo>
                <a:lnTo>
                  <a:pt x="2506" y="10245"/>
                </a:lnTo>
                <a:lnTo>
                  <a:pt x="2993" y="9490"/>
                </a:lnTo>
                <a:lnTo>
                  <a:pt x="3455" y="8736"/>
                </a:lnTo>
                <a:lnTo>
                  <a:pt x="3723" y="8274"/>
                </a:lnTo>
                <a:lnTo>
                  <a:pt x="3869" y="8031"/>
                </a:lnTo>
                <a:lnTo>
                  <a:pt x="3991" y="7787"/>
                </a:lnTo>
                <a:close/>
                <a:moveTo>
                  <a:pt x="4039" y="14065"/>
                </a:moveTo>
                <a:lnTo>
                  <a:pt x="4039" y="14430"/>
                </a:lnTo>
                <a:lnTo>
                  <a:pt x="3820" y="14430"/>
                </a:lnTo>
                <a:lnTo>
                  <a:pt x="4015" y="14089"/>
                </a:lnTo>
                <a:lnTo>
                  <a:pt x="4039" y="14065"/>
                </a:lnTo>
                <a:close/>
                <a:moveTo>
                  <a:pt x="4039" y="12921"/>
                </a:moveTo>
                <a:lnTo>
                  <a:pt x="4039" y="13140"/>
                </a:lnTo>
                <a:lnTo>
                  <a:pt x="4039" y="13554"/>
                </a:lnTo>
                <a:lnTo>
                  <a:pt x="3918" y="13724"/>
                </a:lnTo>
                <a:lnTo>
                  <a:pt x="3820" y="13870"/>
                </a:lnTo>
                <a:lnTo>
                  <a:pt x="3577" y="14235"/>
                </a:lnTo>
                <a:lnTo>
                  <a:pt x="3431" y="14454"/>
                </a:lnTo>
                <a:lnTo>
                  <a:pt x="2993" y="14454"/>
                </a:lnTo>
                <a:lnTo>
                  <a:pt x="3431" y="13797"/>
                </a:lnTo>
                <a:lnTo>
                  <a:pt x="3747" y="13359"/>
                </a:lnTo>
                <a:lnTo>
                  <a:pt x="4039" y="12921"/>
                </a:lnTo>
                <a:close/>
                <a:moveTo>
                  <a:pt x="4039" y="11826"/>
                </a:moveTo>
                <a:lnTo>
                  <a:pt x="4039" y="12483"/>
                </a:lnTo>
                <a:lnTo>
                  <a:pt x="3845" y="12678"/>
                </a:lnTo>
                <a:lnTo>
                  <a:pt x="3650" y="12873"/>
                </a:lnTo>
                <a:lnTo>
                  <a:pt x="3334" y="13311"/>
                </a:lnTo>
                <a:lnTo>
                  <a:pt x="2896" y="13895"/>
                </a:lnTo>
                <a:lnTo>
                  <a:pt x="2677" y="14187"/>
                </a:lnTo>
                <a:lnTo>
                  <a:pt x="2482" y="14503"/>
                </a:lnTo>
                <a:lnTo>
                  <a:pt x="2312" y="14503"/>
                </a:lnTo>
                <a:lnTo>
                  <a:pt x="2433" y="14333"/>
                </a:lnTo>
                <a:lnTo>
                  <a:pt x="2555" y="14162"/>
                </a:lnTo>
                <a:lnTo>
                  <a:pt x="2871" y="13651"/>
                </a:lnTo>
                <a:lnTo>
                  <a:pt x="3188" y="13116"/>
                </a:lnTo>
                <a:lnTo>
                  <a:pt x="3504" y="12581"/>
                </a:lnTo>
                <a:lnTo>
                  <a:pt x="3845" y="12070"/>
                </a:lnTo>
                <a:lnTo>
                  <a:pt x="4039" y="11826"/>
                </a:lnTo>
                <a:close/>
                <a:moveTo>
                  <a:pt x="4015" y="10391"/>
                </a:moveTo>
                <a:lnTo>
                  <a:pt x="4015" y="11218"/>
                </a:lnTo>
                <a:lnTo>
                  <a:pt x="4039" y="11364"/>
                </a:lnTo>
                <a:lnTo>
                  <a:pt x="3869" y="11486"/>
                </a:lnTo>
                <a:lnTo>
                  <a:pt x="3723" y="11656"/>
                </a:lnTo>
                <a:lnTo>
                  <a:pt x="3577" y="11826"/>
                </a:lnTo>
                <a:lnTo>
                  <a:pt x="3455" y="12021"/>
                </a:lnTo>
                <a:lnTo>
                  <a:pt x="3236" y="12386"/>
                </a:lnTo>
                <a:lnTo>
                  <a:pt x="3042" y="12702"/>
                </a:lnTo>
                <a:lnTo>
                  <a:pt x="2725" y="13238"/>
                </a:lnTo>
                <a:lnTo>
                  <a:pt x="2409" y="13773"/>
                </a:lnTo>
                <a:lnTo>
                  <a:pt x="2263" y="13968"/>
                </a:lnTo>
                <a:lnTo>
                  <a:pt x="2117" y="14138"/>
                </a:lnTo>
                <a:lnTo>
                  <a:pt x="1971" y="14333"/>
                </a:lnTo>
                <a:lnTo>
                  <a:pt x="1849" y="14527"/>
                </a:lnTo>
                <a:lnTo>
                  <a:pt x="1047" y="14600"/>
                </a:lnTo>
                <a:lnTo>
                  <a:pt x="1460" y="14089"/>
                </a:lnTo>
                <a:lnTo>
                  <a:pt x="1825" y="13554"/>
                </a:lnTo>
                <a:lnTo>
                  <a:pt x="2214" y="13019"/>
                </a:lnTo>
                <a:lnTo>
                  <a:pt x="2604" y="12508"/>
                </a:lnTo>
                <a:lnTo>
                  <a:pt x="2823" y="12240"/>
                </a:lnTo>
                <a:lnTo>
                  <a:pt x="3017" y="11972"/>
                </a:lnTo>
                <a:lnTo>
                  <a:pt x="3382" y="11388"/>
                </a:lnTo>
                <a:lnTo>
                  <a:pt x="3723" y="10902"/>
                </a:lnTo>
                <a:lnTo>
                  <a:pt x="3869" y="10634"/>
                </a:lnTo>
                <a:lnTo>
                  <a:pt x="4015" y="10391"/>
                </a:lnTo>
                <a:close/>
                <a:moveTo>
                  <a:pt x="4015" y="9271"/>
                </a:moveTo>
                <a:lnTo>
                  <a:pt x="4015" y="10147"/>
                </a:lnTo>
                <a:lnTo>
                  <a:pt x="3893" y="10220"/>
                </a:lnTo>
                <a:lnTo>
                  <a:pt x="3796" y="10318"/>
                </a:lnTo>
                <a:lnTo>
                  <a:pt x="3626" y="10512"/>
                </a:lnTo>
                <a:lnTo>
                  <a:pt x="3455" y="10731"/>
                </a:lnTo>
                <a:lnTo>
                  <a:pt x="3285" y="10975"/>
                </a:lnTo>
                <a:lnTo>
                  <a:pt x="2847" y="11632"/>
                </a:lnTo>
                <a:lnTo>
                  <a:pt x="2628" y="11972"/>
                </a:lnTo>
                <a:lnTo>
                  <a:pt x="2385" y="12289"/>
                </a:lnTo>
                <a:lnTo>
                  <a:pt x="1947" y="12873"/>
                </a:lnTo>
                <a:lnTo>
                  <a:pt x="1509" y="13481"/>
                </a:lnTo>
                <a:lnTo>
                  <a:pt x="1071" y="14065"/>
                </a:lnTo>
                <a:lnTo>
                  <a:pt x="828" y="14333"/>
                </a:lnTo>
                <a:lnTo>
                  <a:pt x="584" y="14625"/>
                </a:lnTo>
                <a:lnTo>
                  <a:pt x="609" y="14430"/>
                </a:lnTo>
                <a:lnTo>
                  <a:pt x="609" y="14235"/>
                </a:lnTo>
                <a:lnTo>
                  <a:pt x="609" y="13895"/>
                </a:lnTo>
                <a:lnTo>
                  <a:pt x="1120" y="13213"/>
                </a:lnTo>
                <a:lnTo>
                  <a:pt x="1631" y="12556"/>
                </a:lnTo>
                <a:lnTo>
                  <a:pt x="2677" y="11242"/>
                </a:lnTo>
                <a:lnTo>
                  <a:pt x="3090" y="10658"/>
                </a:lnTo>
                <a:lnTo>
                  <a:pt x="3480" y="10050"/>
                </a:lnTo>
                <a:lnTo>
                  <a:pt x="3747" y="9661"/>
                </a:lnTo>
                <a:lnTo>
                  <a:pt x="4015" y="9271"/>
                </a:lnTo>
                <a:close/>
                <a:moveTo>
                  <a:pt x="10341" y="488"/>
                </a:moveTo>
                <a:lnTo>
                  <a:pt x="10536" y="512"/>
                </a:lnTo>
                <a:lnTo>
                  <a:pt x="10755" y="536"/>
                </a:lnTo>
                <a:lnTo>
                  <a:pt x="10950" y="585"/>
                </a:lnTo>
                <a:lnTo>
                  <a:pt x="11071" y="609"/>
                </a:lnTo>
                <a:lnTo>
                  <a:pt x="11169" y="658"/>
                </a:lnTo>
                <a:lnTo>
                  <a:pt x="11266" y="731"/>
                </a:lnTo>
                <a:lnTo>
                  <a:pt x="11339" y="828"/>
                </a:lnTo>
                <a:lnTo>
                  <a:pt x="11485" y="999"/>
                </a:lnTo>
                <a:lnTo>
                  <a:pt x="11582" y="1217"/>
                </a:lnTo>
                <a:lnTo>
                  <a:pt x="11655" y="1436"/>
                </a:lnTo>
                <a:lnTo>
                  <a:pt x="11704" y="1680"/>
                </a:lnTo>
                <a:lnTo>
                  <a:pt x="11728" y="1923"/>
                </a:lnTo>
                <a:lnTo>
                  <a:pt x="11728" y="2385"/>
                </a:lnTo>
                <a:lnTo>
                  <a:pt x="11680" y="2848"/>
                </a:lnTo>
                <a:lnTo>
                  <a:pt x="11582" y="3310"/>
                </a:lnTo>
                <a:lnTo>
                  <a:pt x="11461" y="3772"/>
                </a:lnTo>
                <a:lnTo>
                  <a:pt x="11315" y="4210"/>
                </a:lnTo>
                <a:lnTo>
                  <a:pt x="10974" y="5111"/>
                </a:lnTo>
                <a:lnTo>
                  <a:pt x="10804" y="5549"/>
                </a:lnTo>
                <a:lnTo>
                  <a:pt x="10658" y="5987"/>
                </a:lnTo>
                <a:lnTo>
                  <a:pt x="10658" y="6084"/>
                </a:lnTo>
                <a:lnTo>
                  <a:pt x="10658" y="6181"/>
                </a:lnTo>
                <a:lnTo>
                  <a:pt x="10731" y="6254"/>
                </a:lnTo>
                <a:lnTo>
                  <a:pt x="10779" y="6303"/>
                </a:lnTo>
                <a:lnTo>
                  <a:pt x="10877" y="6327"/>
                </a:lnTo>
                <a:lnTo>
                  <a:pt x="10950" y="6327"/>
                </a:lnTo>
                <a:lnTo>
                  <a:pt x="11047" y="6303"/>
                </a:lnTo>
                <a:lnTo>
                  <a:pt x="11120" y="6279"/>
                </a:lnTo>
                <a:lnTo>
                  <a:pt x="11388" y="6303"/>
                </a:lnTo>
                <a:lnTo>
                  <a:pt x="11655" y="6327"/>
                </a:lnTo>
                <a:lnTo>
                  <a:pt x="12215" y="6352"/>
                </a:lnTo>
                <a:lnTo>
                  <a:pt x="12775" y="6327"/>
                </a:lnTo>
                <a:lnTo>
                  <a:pt x="13310" y="6327"/>
                </a:lnTo>
                <a:lnTo>
                  <a:pt x="13748" y="6352"/>
                </a:lnTo>
                <a:lnTo>
                  <a:pt x="14210" y="6425"/>
                </a:lnTo>
                <a:lnTo>
                  <a:pt x="14673" y="6498"/>
                </a:lnTo>
                <a:lnTo>
                  <a:pt x="15111" y="6595"/>
                </a:lnTo>
                <a:lnTo>
                  <a:pt x="15476" y="6668"/>
                </a:lnTo>
                <a:lnTo>
                  <a:pt x="15841" y="6790"/>
                </a:lnTo>
                <a:lnTo>
                  <a:pt x="16011" y="6887"/>
                </a:lnTo>
                <a:lnTo>
                  <a:pt x="16157" y="6960"/>
                </a:lnTo>
                <a:lnTo>
                  <a:pt x="16327" y="7082"/>
                </a:lnTo>
                <a:lnTo>
                  <a:pt x="16449" y="7203"/>
                </a:lnTo>
                <a:lnTo>
                  <a:pt x="16546" y="7301"/>
                </a:lnTo>
                <a:lnTo>
                  <a:pt x="16619" y="7398"/>
                </a:lnTo>
                <a:lnTo>
                  <a:pt x="16644" y="7520"/>
                </a:lnTo>
                <a:lnTo>
                  <a:pt x="16668" y="7641"/>
                </a:lnTo>
                <a:lnTo>
                  <a:pt x="16692" y="7763"/>
                </a:lnTo>
                <a:lnTo>
                  <a:pt x="16668" y="7885"/>
                </a:lnTo>
                <a:lnTo>
                  <a:pt x="16644" y="8031"/>
                </a:lnTo>
                <a:lnTo>
                  <a:pt x="16595" y="8152"/>
                </a:lnTo>
                <a:lnTo>
                  <a:pt x="16473" y="8371"/>
                </a:lnTo>
                <a:lnTo>
                  <a:pt x="16303" y="8566"/>
                </a:lnTo>
                <a:lnTo>
                  <a:pt x="16206" y="8663"/>
                </a:lnTo>
                <a:lnTo>
                  <a:pt x="16108" y="8736"/>
                </a:lnTo>
                <a:lnTo>
                  <a:pt x="15987" y="8785"/>
                </a:lnTo>
                <a:lnTo>
                  <a:pt x="15889" y="8834"/>
                </a:lnTo>
                <a:lnTo>
                  <a:pt x="15792" y="8882"/>
                </a:lnTo>
                <a:lnTo>
                  <a:pt x="15719" y="8955"/>
                </a:lnTo>
                <a:lnTo>
                  <a:pt x="15695" y="9053"/>
                </a:lnTo>
                <a:lnTo>
                  <a:pt x="15719" y="9150"/>
                </a:lnTo>
                <a:lnTo>
                  <a:pt x="15743" y="9247"/>
                </a:lnTo>
                <a:lnTo>
                  <a:pt x="15816" y="9296"/>
                </a:lnTo>
                <a:lnTo>
                  <a:pt x="15914" y="9344"/>
                </a:lnTo>
                <a:lnTo>
                  <a:pt x="16035" y="9344"/>
                </a:lnTo>
                <a:lnTo>
                  <a:pt x="16157" y="9296"/>
                </a:lnTo>
                <a:lnTo>
                  <a:pt x="16279" y="9393"/>
                </a:lnTo>
                <a:lnTo>
                  <a:pt x="16376" y="9490"/>
                </a:lnTo>
                <a:lnTo>
                  <a:pt x="16425" y="9636"/>
                </a:lnTo>
                <a:lnTo>
                  <a:pt x="16473" y="9782"/>
                </a:lnTo>
                <a:lnTo>
                  <a:pt x="16473" y="9953"/>
                </a:lnTo>
                <a:lnTo>
                  <a:pt x="16449" y="10123"/>
                </a:lnTo>
                <a:lnTo>
                  <a:pt x="16376" y="10415"/>
                </a:lnTo>
                <a:lnTo>
                  <a:pt x="16303" y="10610"/>
                </a:lnTo>
                <a:lnTo>
                  <a:pt x="16206" y="10756"/>
                </a:lnTo>
                <a:lnTo>
                  <a:pt x="16084" y="10902"/>
                </a:lnTo>
                <a:lnTo>
                  <a:pt x="15938" y="11023"/>
                </a:lnTo>
                <a:lnTo>
                  <a:pt x="15743" y="11145"/>
                </a:lnTo>
                <a:lnTo>
                  <a:pt x="15670" y="11194"/>
                </a:lnTo>
                <a:lnTo>
                  <a:pt x="15622" y="11315"/>
                </a:lnTo>
                <a:lnTo>
                  <a:pt x="15622" y="11388"/>
                </a:lnTo>
                <a:lnTo>
                  <a:pt x="15646" y="11437"/>
                </a:lnTo>
                <a:lnTo>
                  <a:pt x="15670" y="11486"/>
                </a:lnTo>
                <a:lnTo>
                  <a:pt x="15719" y="11510"/>
                </a:lnTo>
                <a:lnTo>
                  <a:pt x="15792" y="11559"/>
                </a:lnTo>
                <a:lnTo>
                  <a:pt x="15889" y="11583"/>
                </a:lnTo>
                <a:lnTo>
                  <a:pt x="15962" y="11753"/>
                </a:lnTo>
                <a:lnTo>
                  <a:pt x="15987" y="11924"/>
                </a:lnTo>
                <a:lnTo>
                  <a:pt x="16011" y="12070"/>
                </a:lnTo>
                <a:lnTo>
                  <a:pt x="15987" y="12410"/>
                </a:lnTo>
                <a:lnTo>
                  <a:pt x="15962" y="12678"/>
                </a:lnTo>
                <a:lnTo>
                  <a:pt x="15914" y="12824"/>
                </a:lnTo>
                <a:lnTo>
                  <a:pt x="15865" y="12994"/>
                </a:lnTo>
                <a:lnTo>
                  <a:pt x="15792" y="13140"/>
                </a:lnTo>
                <a:lnTo>
                  <a:pt x="15719" y="13262"/>
                </a:lnTo>
                <a:lnTo>
                  <a:pt x="15622" y="13335"/>
                </a:lnTo>
                <a:lnTo>
                  <a:pt x="15549" y="13359"/>
                </a:lnTo>
                <a:lnTo>
                  <a:pt x="15500" y="13359"/>
                </a:lnTo>
                <a:lnTo>
                  <a:pt x="15403" y="13384"/>
                </a:lnTo>
                <a:lnTo>
                  <a:pt x="15330" y="13432"/>
                </a:lnTo>
                <a:lnTo>
                  <a:pt x="15281" y="13505"/>
                </a:lnTo>
                <a:lnTo>
                  <a:pt x="15257" y="13578"/>
                </a:lnTo>
                <a:lnTo>
                  <a:pt x="15257" y="13676"/>
                </a:lnTo>
                <a:lnTo>
                  <a:pt x="15281" y="13749"/>
                </a:lnTo>
                <a:lnTo>
                  <a:pt x="15354" y="13797"/>
                </a:lnTo>
                <a:lnTo>
                  <a:pt x="15427" y="13846"/>
                </a:lnTo>
                <a:lnTo>
                  <a:pt x="15524" y="13846"/>
                </a:lnTo>
                <a:lnTo>
                  <a:pt x="15573" y="14089"/>
                </a:lnTo>
                <a:lnTo>
                  <a:pt x="15622" y="14357"/>
                </a:lnTo>
                <a:lnTo>
                  <a:pt x="15622" y="14479"/>
                </a:lnTo>
                <a:lnTo>
                  <a:pt x="15622" y="14600"/>
                </a:lnTo>
                <a:lnTo>
                  <a:pt x="15597" y="14722"/>
                </a:lnTo>
                <a:lnTo>
                  <a:pt x="15549" y="14868"/>
                </a:lnTo>
                <a:lnTo>
                  <a:pt x="15476" y="14965"/>
                </a:lnTo>
                <a:lnTo>
                  <a:pt x="15403" y="15063"/>
                </a:lnTo>
                <a:lnTo>
                  <a:pt x="15305" y="15136"/>
                </a:lnTo>
                <a:lnTo>
                  <a:pt x="15208" y="15184"/>
                </a:lnTo>
                <a:lnTo>
                  <a:pt x="15208" y="15184"/>
                </a:lnTo>
                <a:lnTo>
                  <a:pt x="15257" y="14917"/>
                </a:lnTo>
                <a:lnTo>
                  <a:pt x="15330" y="14625"/>
                </a:lnTo>
                <a:lnTo>
                  <a:pt x="15330" y="14600"/>
                </a:lnTo>
                <a:lnTo>
                  <a:pt x="15330" y="14552"/>
                </a:lnTo>
                <a:lnTo>
                  <a:pt x="15281" y="14527"/>
                </a:lnTo>
                <a:lnTo>
                  <a:pt x="15208" y="14503"/>
                </a:lnTo>
                <a:lnTo>
                  <a:pt x="15184" y="14527"/>
                </a:lnTo>
                <a:lnTo>
                  <a:pt x="15159" y="14552"/>
                </a:lnTo>
                <a:lnTo>
                  <a:pt x="15013" y="14917"/>
                </a:lnTo>
                <a:lnTo>
                  <a:pt x="14965" y="15087"/>
                </a:lnTo>
                <a:lnTo>
                  <a:pt x="14965" y="15282"/>
                </a:lnTo>
                <a:lnTo>
                  <a:pt x="14648" y="15355"/>
                </a:lnTo>
                <a:lnTo>
                  <a:pt x="14721" y="15038"/>
                </a:lnTo>
                <a:lnTo>
                  <a:pt x="14819" y="14673"/>
                </a:lnTo>
                <a:lnTo>
                  <a:pt x="14867" y="14308"/>
                </a:lnTo>
                <a:lnTo>
                  <a:pt x="14867" y="14284"/>
                </a:lnTo>
                <a:lnTo>
                  <a:pt x="14843" y="14235"/>
                </a:lnTo>
                <a:lnTo>
                  <a:pt x="14794" y="14211"/>
                </a:lnTo>
                <a:lnTo>
                  <a:pt x="14721" y="14235"/>
                </a:lnTo>
                <a:lnTo>
                  <a:pt x="14673" y="14260"/>
                </a:lnTo>
                <a:lnTo>
                  <a:pt x="14673" y="14284"/>
                </a:lnTo>
                <a:lnTo>
                  <a:pt x="14551" y="14625"/>
                </a:lnTo>
                <a:lnTo>
                  <a:pt x="14454" y="14965"/>
                </a:lnTo>
                <a:lnTo>
                  <a:pt x="14356" y="15184"/>
                </a:lnTo>
                <a:lnTo>
                  <a:pt x="14332" y="15306"/>
                </a:lnTo>
                <a:lnTo>
                  <a:pt x="14332" y="15403"/>
                </a:lnTo>
                <a:lnTo>
                  <a:pt x="14064" y="15428"/>
                </a:lnTo>
                <a:lnTo>
                  <a:pt x="14064" y="15428"/>
                </a:lnTo>
                <a:lnTo>
                  <a:pt x="14089" y="15379"/>
                </a:lnTo>
                <a:lnTo>
                  <a:pt x="14089" y="15330"/>
                </a:lnTo>
                <a:lnTo>
                  <a:pt x="14113" y="15063"/>
                </a:lnTo>
                <a:lnTo>
                  <a:pt x="14162" y="14771"/>
                </a:lnTo>
                <a:lnTo>
                  <a:pt x="14235" y="14503"/>
                </a:lnTo>
                <a:lnTo>
                  <a:pt x="14356" y="14260"/>
                </a:lnTo>
                <a:lnTo>
                  <a:pt x="14356" y="14211"/>
                </a:lnTo>
                <a:lnTo>
                  <a:pt x="14332" y="14162"/>
                </a:lnTo>
                <a:lnTo>
                  <a:pt x="14283" y="14138"/>
                </a:lnTo>
                <a:lnTo>
                  <a:pt x="14235" y="14162"/>
                </a:lnTo>
                <a:lnTo>
                  <a:pt x="14064" y="14430"/>
                </a:lnTo>
                <a:lnTo>
                  <a:pt x="13918" y="14722"/>
                </a:lnTo>
                <a:lnTo>
                  <a:pt x="13845" y="14868"/>
                </a:lnTo>
                <a:lnTo>
                  <a:pt x="13821" y="15014"/>
                </a:lnTo>
                <a:lnTo>
                  <a:pt x="13797" y="15160"/>
                </a:lnTo>
                <a:lnTo>
                  <a:pt x="13797" y="15330"/>
                </a:lnTo>
                <a:lnTo>
                  <a:pt x="13821" y="15379"/>
                </a:lnTo>
                <a:lnTo>
                  <a:pt x="13845" y="15428"/>
                </a:lnTo>
                <a:lnTo>
                  <a:pt x="13383" y="15428"/>
                </a:lnTo>
                <a:lnTo>
                  <a:pt x="13432" y="15209"/>
                </a:lnTo>
                <a:lnTo>
                  <a:pt x="13456" y="14990"/>
                </a:lnTo>
                <a:lnTo>
                  <a:pt x="13505" y="14771"/>
                </a:lnTo>
                <a:lnTo>
                  <a:pt x="13578" y="14552"/>
                </a:lnTo>
                <a:lnTo>
                  <a:pt x="13748" y="14114"/>
                </a:lnTo>
                <a:lnTo>
                  <a:pt x="13748" y="14089"/>
                </a:lnTo>
                <a:lnTo>
                  <a:pt x="13748" y="14065"/>
                </a:lnTo>
                <a:lnTo>
                  <a:pt x="13699" y="14016"/>
                </a:lnTo>
                <a:lnTo>
                  <a:pt x="13651" y="14016"/>
                </a:lnTo>
                <a:lnTo>
                  <a:pt x="13602" y="14065"/>
                </a:lnTo>
                <a:lnTo>
                  <a:pt x="13456" y="14260"/>
                </a:lnTo>
                <a:lnTo>
                  <a:pt x="13334" y="14454"/>
                </a:lnTo>
                <a:lnTo>
                  <a:pt x="13237" y="14673"/>
                </a:lnTo>
                <a:lnTo>
                  <a:pt x="13140" y="14917"/>
                </a:lnTo>
                <a:lnTo>
                  <a:pt x="13067" y="15136"/>
                </a:lnTo>
                <a:lnTo>
                  <a:pt x="13042" y="15282"/>
                </a:lnTo>
                <a:lnTo>
                  <a:pt x="13042" y="15403"/>
                </a:lnTo>
                <a:lnTo>
                  <a:pt x="12556" y="15330"/>
                </a:lnTo>
                <a:lnTo>
                  <a:pt x="12604" y="15038"/>
                </a:lnTo>
                <a:lnTo>
                  <a:pt x="12677" y="14746"/>
                </a:lnTo>
                <a:lnTo>
                  <a:pt x="12775" y="14479"/>
                </a:lnTo>
                <a:lnTo>
                  <a:pt x="12921" y="14211"/>
                </a:lnTo>
                <a:lnTo>
                  <a:pt x="12921" y="14162"/>
                </a:lnTo>
                <a:lnTo>
                  <a:pt x="12896" y="14114"/>
                </a:lnTo>
                <a:lnTo>
                  <a:pt x="12799" y="14114"/>
                </a:lnTo>
                <a:lnTo>
                  <a:pt x="12702" y="14235"/>
                </a:lnTo>
                <a:lnTo>
                  <a:pt x="12604" y="14357"/>
                </a:lnTo>
                <a:lnTo>
                  <a:pt x="12507" y="14479"/>
                </a:lnTo>
                <a:lnTo>
                  <a:pt x="12410" y="14649"/>
                </a:lnTo>
                <a:lnTo>
                  <a:pt x="12337" y="14795"/>
                </a:lnTo>
                <a:lnTo>
                  <a:pt x="12288" y="14965"/>
                </a:lnTo>
                <a:lnTo>
                  <a:pt x="12239" y="15136"/>
                </a:lnTo>
                <a:lnTo>
                  <a:pt x="12239" y="15282"/>
                </a:lnTo>
                <a:lnTo>
                  <a:pt x="11801" y="15233"/>
                </a:lnTo>
                <a:lnTo>
                  <a:pt x="11753" y="15209"/>
                </a:lnTo>
                <a:lnTo>
                  <a:pt x="11874" y="14941"/>
                </a:lnTo>
                <a:lnTo>
                  <a:pt x="11947" y="14673"/>
                </a:lnTo>
                <a:lnTo>
                  <a:pt x="12118" y="14114"/>
                </a:lnTo>
                <a:lnTo>
                  <a:pt x="12118" y="14089"/>
                </a:lnTo>
                <a:lnTo>
                  <a:pt x="12118" y="14065"/>
                </a:lnTo>
                <a:lnTo>
                  <a:pt x="12093" y="14065"/>
                </a:lnTo>
                <a:lnTo>
                  <a:pt x="12069" y="14089"/>
                </a:lnTo>
                <a:lnTo>
                  <a:pt x="11874" y="14357"/>
                </a:lnTo>
                <a:lnTo>
                  <a:pt x="11680" y="14600"/>
                </a:lnTo>
                <a:lnTo>
                  <a:pt x="11509" y="14868"/>
                </a:lnTo>
                <a:lnTo>
                  <a:pt x="11363" y="15136"/>
                </a:lnTo>
                <a:lnTo>
                  <a:pt x="11363" y="15160"/>
                </a:lnTo>
                <a:lnTo>
                  <a:pt x="10974" y="15087"/>
                </a:lnTo>
                <a:lnTo>
                  <a:pt x="11096" y="14990"/>
                </a:lnTo>
                <a:lnTo>
                  <a:pt x="11169" y="14868"/>
                </a:lnTo>
                <a:lnTo>
                  <a:pt x="11290" y="14600"/>
                </a:lnTo>
                <a:lnTo>
                  <a:pt x="11655" y="13870"/>
                </a:lnTo>
                <a:lnTo>
                  <a:pt x="11680" y="13846"/>
                </a:lnTo>
                <a:lnTo>
                  <a:pt x="11680" y="13822"/>
                </a:lnTo>
                <a:lnTo>
                  <a:pt x="11631" y="13773"/>
                </a:lnTo>
                <a:lnTo>
                  <a:pt x="11558" y="13773"/>
                </a:lnTo>
                <a:lnTo>
                  <a:pt x="11534" y="13797"/>
                </a:lnTo>
                <a:lnTo>
                  <a:pt x="11144" y="14406"/>
                </a:lnTo>
                <a:lnTo>
                  <a:pt x="10974" y="14722"/>
                </a:lnTo>
                <a:lnTo>
                  <a:pt x="10901" y="14868"/>
                </a:lnTo>
                <a:lnTo>
                  <a:pt x="10877" y="14941"/>
                </a:lnTo>
                <a:lnTo>
                  <a:pt x="10877" y="15038"/>
                </a:lnTo>
                <a:lnTo>
                  <a:pt x="10901" y="15063"/>
                </a:lnTo>
                <a:lnTo>
                  <a:pt x="10341" y="14941"/>
                </a:lnTo>
                <a:lnTo>
                  <a:pt x="10487" y="14625"/>
                </a:lnTo>
                <a:lnTo>
                  <a:pt x="10633" y="14333"/>
                </a:lnTo>
                <a:lnTo>
                  <a:pt x="10804" y="14041"/>
                </a:lnTo>
                <a:lnTo>
                  <a:pt x="10998" y="13773"/>
                </a:lnTo>
                <a:lnTo>
                  <a:pt x="11023" y="13724"/>
                </a:lnTo>
                <a:lnTo>
                  <a:pt x="10998" y="13700"/>
                </a:lnTo>
                <a:lnTo>
                  <a:pt x="10950" y="13676"/>
                </a:lnTo>
                <a:lnTo>
                  <a:pt x="10901" y="13700"/>
                </a:lnTo>
                <a:lnTo>
                  <a:pt x="10658" y="13943"/>
                </a:lnTo>
                <a:lnTo>
                  <a:pt x="10414" y="14211"/>
                </a:lnTo>
                <a:lnTo>
                  <a:pt x="10317" y="14357"/>
                </a:lnTo>
                <a:lnTo>
                  <a:pt x="10220" y="14503"/>
                </a:lnTo>
                <a:lnTo>
                  <a:pt x="10147" y="14673"/>
                </a:lnTo>
                <a:lnTo>
                  <a:pt x="10098" y="14844"/>
                </a:lnTo>
                <a:lnTo>
                  <a:pt x="10098" y="14892"/>
                </a:lnTo>
                <a:lnTo>
                  <a:pt x="9709" y="14771"/>
                </a:lnTo>
                <a:lnTo>
                  <a:pt x="9757" y="14576"/>
                </a:lnTo>
                <a:lnTo>
                  <a:pt x="9830" y="14381"/>
                </a:lnTo>
                <a:lnTo>
                  <a:pt x="10001" y="13968"/>
                </a:lnTo>
                <a:lnTo>
                  <a:pt x="10147" y="13530"/>
                </a:lnTo>
                <a:lnTo>
                  <a:pt x="10147" y="13505"/>
                </a:lnTo>
                <a:lnTo>
                  <a:pt x="10122" y="13530"/>
                </a:lnTo>
                <a:lnTo>
                  <a:pt x="9879" y="13919"/>
                </a:lnTo>
                <a:lnTo>
                  <a:pt x="9636" y="14308"/>
                </a:lnTo>
                <a:lnTo>
                  <a:pt x="9539" y="14503"/>
                </a:lnTo>
                <a:lnTo>
                  <a:pt x="9466" y="14698"/>
                </a:lnTo>
                <a:lnTo>
                  <a:pt x="8906" y="14527"/>
                </a:lnTo>
                <a:lnTo>
                  <a:pt x="8979" y="14430"/>
                </a:lnTo>
                <a:lnTo>
                  <a:pt x="9028" y="14308"/>
                </a:lnTo>
                <a:lnTo>
                  <a:pt x="9149" y="14089"/>
                </a:lnTo>
                <a:lnTo>
                  <a:pt x="9344" y="13724"/>
                </a:lnTo>
                <a:lnTo>
                  <a:pt x="9417" y="13554"/>
                </a:lnTo>
                <a:lnTo>
                  <a:pt x="9490" y="13359"/>
                </a:lnTo>
                <a:lnTo>
                  <a:pt x="9490" y="13311"/>
                </a:lnTo>
                <a:lnTo>
                  <a:pt x="9441" y="13286"/>
                </a:lnTo>
                <a:lnTo>
                  <a:pt x="9393" y="13262"/>
                </a:lnTo>
                <a:lnTo>
                  <a:pt x="9368" y="13311"/>
                </a:lnTo>
                <a:lnTo>
                  <a:pt x="9247" y="13481"/>
                </a:lnTo>
                <a:lnTo>
                  <a:pt x="9149" y="13627"/>
                </a:lnTo>
                <a:lnTo>
                  <a:pt x="8906" y="13943"/>
                </a:lnTo>
                <a:lnTo>
                  <a:pt x="8736" y="14162"/>
                </a:lnTo>
                <a:lnTo>
                  <a:pt x="8663" y="14284"/>
                </a:lnTo>
                <a:lnTo>
                  <a:pt x="8638" y="14430"/>
                </a:lnTo>
                <a:lnTo>
                  <a:pt x="8419" y="14333"/>
                </a:lnTo>
                <a:lnTo>
                  <a:pt x="8492" y="14065"/>
                </a:lnTo>
                <a:lnTo>
                  <a:pt x="8541" y="13846"/>
                </a:lnTo>
                <a:lnTo>
                  <a:pt x="8711" y="13384"/>
                </a:lnTo>
                <a:lnTo>
                  <a:pt x="8833" y="13165"/>
                </a:lnTo>
                <a:lnTo>
                  <a:pt x="8955" y="12946"/>
                </a:lnTo>
                <a:lnTo>
                  <a:pt x="8955" y="12897"/>
                </a:lnTo>
                <a:lnTo>
                  <a:pt x="8930" y="12848"/>
                </a:lnTo>
                <a:lnTo>
                  <a:pt x="8882" y="12848"/>
                </a:lnTo>
                <a:lnTo>
                  <a:pt x="8833" y="12873"/>
                </a:lnTo>
                <a:lnTo>
                  <a:pt x="8687" y="13092"/>
                </a:lnTo>
                <a:lnTo>
                  <a:pt x="8565" y="13286"/>
                </a:lnTo>
                <a:lnTo>
                  <a:pt x="8444" y="13505"/>
                </a:lnTo>
                <a:lnTo>
                  <a:pt x="8322" y="13749"/>
                </a:lnTo>
                <a:lnTo>
                  <a:pt x="8225" y="13968"/>
                </a:lnTo>
                <a:lnTo>
                  <a:pt x="8176" y="14089"/>
                </a:lnTo>
                <a:lnTo>
                  <a:pt x="8152" y="14211"/>
                </a:lnTo>
                <a:lnTo>
                  <a:pt x="7762" y="14041"/>
                </a:lnTo>
                <a:lnTo>
                  <a:pt x="7908" y="13627"/>
                </a:lnTo>
                <a:lnTo>
                  <a:pt x="8103" y="13213"/>
                </a:lnTo>
                <a:lnTo>
                  <a:pt x="8322" y="12800"/>
                </a:lnTo>
                <a:lnTo>
                  <a:pt x="8322" y="12751"/>
                </a:lnTo>
                <a:lnTo>
                  <a:pt x="8298" y="12727"/>
                </a:lnTo>
                <a:lnTo>
                  <a:pt x="8249" y="12727"/>
                </a:lnTo>
                <a:lnTo>
                  <a:pt x="7908" y="13140"/>
                </a:lnTo>
                <a:lnTo>
                  <a:pt x="7762" y="13335"/>
                </a:lnTo>
                <a:lnTo>
                  <a:pt x="7616" y="13578"/>
                </a:lnTo>
                <a:lnTo>
                  <a:pt x="7543" y="13700"/>
                </a:lnTo>
                <a:lnTo>
                  <a:pt x="7470" y="13870"/>
                </a:lnTo>
                <a:lnTo>
                  <a:pt x="7130" y="13700"/>
                </a:lnTo>
                <a:lnTo>
                  <a:pt x="7154" y="13554"/>
                </a:lnTo>
                <a:lnTo>
                  <a:pt x="7178" y="13408"/>
                </a:lnTo>
                <a:lnTo>
                  <a:pt x="7300" y="13165"/>
                </a:lnTo>
                <a:lnTo>
                  <a:pt x="7495" y="12751"/>
                </a:lnTo>
                <a:lnTo>
                  <a:pt x="7689" y="12313"/>
                </a:lnTo>
                <a:lnTo>
                  <a:pt x="7689" y="12289"/>
                </a:lnTo>
                <a:lnTo>
                  <a:pt x="7665" y="12264"/>
                </a:lnTo>
                <a:lnTo>
                  <a:pt x="7641" y="12264"/>
                </a:lnTo>
                <a:lnTo>
                  <a:pt x="7616" y="12289"/>
                </a:lnTo>
                <a:lnTo>
                  <a:pt x="7397" y="12581"/>
                </a:lnTo>
                <a:lnTo>
                  <a:pt x="7178" y="12873"/>
                </a:lnTo>
                <a:lnTo>
                  <a:pt x="7081" y="13043"/>
                </a:lnTo>
                <a:lnTo>
                  <a:pt x="7008" y="13189"/>
                </a:lnTo>
                <a:lnTo>
                  <a:pt x="6935" y="13359"/>
                </a:lnTo>
                <a:lnTo>
                  <a:pt x="6886" y="13530"/>
                </a:lnTo>
                <a:lnTo>
                  <a:pt x="6570" y="13335"/>
                </a:lnTo>
                <a:lnTo>
                  <a:pt x="6692" y="13043"/>
                </a:lnTo>
                <a:lnTo>
                  <a:pt x="6813" y="12751"/>
                </a:lnTo>
                <a:lnTo>
                  <a:pt x="7105" y="12216"/>
                </a:lnTo>
                <a:lnTo>
                  <a:pt x="7130" y="12191"/>
                </a:lnTo>
                <a:lnTo>
                  <a:pt x="7105" y="12167"/>
                </a:lnTo>
                <a:lnTo>
                  <a:pt x="7057" y="12167"/>
                </a:lnTo>
                <a:lnTo>
                  <a:pt x="6838" y="12386"/>
                </a:lnTo>
                <a:lnTo>
                  <a:pt x="6619" y="12629"/>
                </a:lnTo>
                <a:lnTo>
                  <a:pt x="6448" y="12897"/>
                </a:lnTo>
                <a:lnTo>
                  <a:pt x="6327" y="13165"/>
                </a:lnTo>
                <a:lnTo>
                  <a:pt x="6254" y="13165"/>
                </a:lnTo>
                <a:lnTo>
                  <a:pt x="6181" y="13189"/>
                </a:lnTo>
                <a:lnTo>
                  <a:pt x="6132" y="13238"/>
                </a:lnTo>
                <a:lnTo>
                  <a:pt x="6083" y="13286"/>
                </a:lnTo>
                <a:lnTo>
                  <a:pt x="5937" y="13238"/>
                </a:lnTo>
                <a:lnTo>
                  <a:pt x="5791" y="13213"/>
                </a:lnTo>
                <a:lnTo>
                  <a:pt x="5816" y="13140"/>
                </a:lnTo>
                <a:lnTo>
                  <a:pt x="6059" y="12654"/>
                </a:lnTo>
                <a:lnTo>
                  <a:pt x="6254" y="12264"/>
                </a:lnTo>
                <a:lnTo>
                  <a:pt x="6351" y="12045"/>
                </a:lnTo>
                <a:lnTo>
                  <a:pt x="6424" y="11851"/>
                </a:lnTo>
                <a:lnTo>
                  <a:pt x="6424" y="11826"/>
                </a:lnTo>
                <a:lnTo>
                  <a:pt x="6400" y="11802"/>
                </a:lnTo>
                <a:lnTo>
                  <a:pt x="6375" y="11802"/>
                </a:lnTo>
                <a:lnTo>
                  <a:pt x="6351" y="11826"/>
                </a:lnTo>
                <a:lnTo>
                  <a:pt x="6108" y="12143"/>
                </a:lnTo>
                <a:lnTo>
                  <a:pt x="5864" y="12459"/>
                </a:lnTo>
                <a:lnTo>
                  <a:pt x="5743" y="12654"/>
                </a:lnTo>
                <a:lnTo>
                  <a:pt x="5621" y="12824"/>
                </a:lnTo>
                <a:lnTo>
                  <a:pt x="5548" y="13019"/>
                </a:lnTo>
                <a:lnTo>
                  <a:pt x="5475" y="13213"/>
                </a:lnTo>
                <a:lnTo>
                  <a:pt x="5451" y="13213"/>
                </a:lnTo>
                <a:lnTo>
                  <a:pt x="5183" y="13189"/>
                </a:lnTo>
                <a:lnTo>
                  <a:pt x="4891" y="13213"/>
                </a:lnTo>
                <a:lnTo>
                  <a:pt x="5037" y="12921"/>
                </a:lnTo>
                <a:lnTo>
                  <a:pt x="5353" y="12410"/>
                </a:lnTo>
                <a:lnTo>
                  <a:pt x="5451" y="12240"/>
                </a:lnTo>
                <a:lnTo>
                  <a:pt x="5524" y="12070"/>
                </a:lnTo>
                <a:lnTo>
                  <a:pt x="5548" y="11972"/>
                </a:lnTo>
                <a:lnTo>
                  <a:pt x="5548" y="11899"/>
                </a:lnTo>
                <a:lnTo>
                  <a:pt x="5524" y="11802"/>
                </a:lnTo>
                <a:lnTo>
                  <a:pt x="5475" y="11729"/>
                </a:lnTo>
                <a:lnTo>
                  <a:pt x="5451" y="11729"/>
                </a:lnTo>
                <a:lnTo>
                  <a:pt x="5451" y="11753"/>
                </a:lnTo>
                <a:lnTo>
                  <a:pt x="5426" y="11802"/>
                </a:lnTo>
                <a:lnTo>
                  <a:pt x="5378" y="11875"/>
                </a:lnTo>
                <a:lnTo>
                  <a:pt x="5280" y="11997"/>
                </a:lnTo>
                <a:lnTo>
                  <a:pt x="4988" y="12435"/>
                </a:lnTo>
                <a:lnTo>
                  <a:pt x="4745" y="12800"/>
                </a:lnTo>
                <a:lnTo>
                  <a:pt x="4623" y="13019"/>
                </a:lnTo>
                <a:lnTo>
                  <a:pt x="4599" y="13140"/>
                </a:lnTo>
                <a:lnTo>
                  <a:pt x="4599" y="13238"/>
                </a:lnTo>
                <a:lnTo>
                  <a:pt x="4599" y="13262"/>
                </a:lnTo>
                <a:lnTo>
                  <a:pt x="4575" y="13262"/>
                </a:lnTo>
                <a:lnTo>
                  <a:pt x="4550" y="11802"/>
                </a:lnTo>
                <a:lnTo>
                  <a:pt x="4550" y="10537"/>
                </a:lnTo>
                <a:lnTo>
                  <a:pt x="4526" y="9271"/>
                </a:lnTo>
                <a:lnTo>
                  <a:pt x="4477" y="8396"/>
                </a:lnTo>
                <a:lnTo>
                  <a:pt x="4477" y="7520"/>
                </a:lnTo>
                <a:lnTo>
                  <a:pt x="4453" y="7130"/>
                </a:lnTo>
                <a:lnTo>
                  <a:pt x="4453" y="6863"/>
                </a:lnTo>
                <a:lnTo>
                  <a:pt x="4453" y="6595"/>
                </a:lnTo>
                <a:lnTo>
                  <a:pt x="4648" y="6619"/>
                </a:lnTo>
                <a:lnTo>
                  <a:pt x="4818" y="6619"/>
                </a:lnTo>
                <a:lnTo>
                  <a:pt x="5183" y="6595"/>
                </a:lnTo>
                <a:lnTo>
                  <a:pt x="5791" y="6595"/>
                </a:lnTo>
                <a:lnTo>
                  <a:pt x="6010" y="6571"/>
                </a:lnTo>
                <a:lnTo>
                  <a:pt x="6108" y="6522"/>
                </a:lnTo>
                <a:lnTo>
                  <a:pt x="6156" y="6449"/>
                </a:lnTo>
                <a:lnTo>
                  <a:pt x="6546" y="6230"/>
                </a:lnTo>
                <a:lnTo>
                  <a:pt x="6935" y="5962"/>
                </a:lnTo>
                <a:lnTo>
                  <a:pt x="7300" y="5646"/>
                </a:lnTo>
                <a:lnTo>
                  <a:pt x="7665" y="5330"/>
                </a:lnTo>
                <a:lnTo>
                  <a:pt x="8006" y="4989"/>
                </a:lnTo>
                <a:lnTo>
                  <a:pt x="8322" y="4648"/>
                </a:lnTo>
                <a:lnTo>
                  <a:pt x="8930" y="3943"/>
                </a:lnTo>
                <a:lnTo>
                  <a:pt x="9003" y="3870"/>
                </a:lnTo>
                <a:lnTo>
                  <a:pt x="9003" y="3797"/>
                </a:lnTo>
                <a:lnTo>
                  <a:pt x="9003" y="3699"/>
                </a:lnTo>
                <a:lnTo>
                  <a:pt x="8979" y="3626"/>
                </a:lnTo>
                <a:lnTo>
                  <a:pt x="9125" y="3456"/>
                </a:lnTo>
                <a:lnTo>
                  <a:pt x="9247" y="3286"/>
                </a:lnTo>
                <a:lnTo>
                  <a:pt x="9514" y="2872"/>
                </a:lnTo>
                <a:lnTo>
                  <a:pt x="9709" y="2434"/>
                </a:lnTo>
                <a:lnTo>
                  <a:pt x="9855" y="2020"/>
                </a:lnTo>
                <a:lnTo>
                  <a:pt x="10074" y="1266"/>
                </a:lnTo>
                <a:lnTo>
                  <a:pt x="10195" y="877"/>
                </a:lnTo>
                <a:lnTo>
                  <a:pt x="10341" y="512"/>
                </a:lnTo>
                <a:lnTo>
                  <a:pt x="10341" y="488"/>
                </a:lnTo>
                <a:close/>
                <a:moveTo>
                  <a:pt x="10536" y="1"/>
                </a:moveTo>
                <a:lnTo>
                  <a:pt x="10366" y="25"/>
                </a:lnTo>
                <a:lnTo>
                  <a:pt x="10195" y="74"/>
                </a:lnTo>
                <a:lnTo>
                  <a:pt x="10049" y="171"/>
                </a:lnTo>
                <a:lnTo>
                  <a:pt x="10025" y="196"/>
                </a:lnTo>
                <a:lnTo>
                  <a:pt x="9952" y="244"/>
                </a:lnTo>
                <a:lnTo>
                  <a:pt x="9903" y="293"/>
                </a:lnTo>
                <a:lnTo>
                  <a:pt x="9782" y="415"/>
                </a:lnTo>
                <a:lnTo>
                  <a:pt x="9709" y="585"/>
                </a:lnTo>
                <a:lnTo>
                  <a:pt x="9636" y="780"/>
                </a:lnTo>
                <a:lnTo>
                  <a:pt x="9539" y="1169"/>
                </a:lnTo>
                <a:lnTo>
                  <a:pt x="9466" y="1509"/>
                </a:lnTo>
                <a:lnTo>
                  <a:pt x="9320" y="1972"/>
                </a:lnTo>
                <a:lnTo>
                  <a:pt x="9247" y="2215"/>
                </a:lnTo>
                <a:lnTo>
                  <a:pt x="9149" y="2458"/>
                </a:lnTo>
                <a:lnTo>
                  <a:pt x="9003" y="2726"/>
                </a:lnTo>
                <a:lnTo>
                  <a:pt x="8833" y="2994"/>
                </a:lnTo>
                <a:lnTo>
                  <a:pt x="8663" y="3286"/>
                </a:lnTo>
                <a:lnTo>
                  <a:pt x="8614" y="3407"/>
                </a:lnTo>
                <a:lnTo>
                  <a:pt x="8565" y="3578"/>
                </a:lnTo>
                <a:lnTo>
                  <a:pt x="7324" y="4867"/>
                </a:lnTo>
                <a:lnTo>
                  <a:pt x="6692" y="5500"/>
                </a:lnTo>
                <a:lnTo>
                  <a:pt x="6035" y="6108"/>
                </a:lnTo>
                <a:lnTo>
                  <a:pt x="5937" y="6084"/>
                </a:lnTo>
                <a:lnTo>
                  <a:pt x="5524" y="6084"/>
                </a:lnTo>
                <a:lnTo>
                  <a:pt x="5110" y="6133"/>
                </a:lnTo>
                <a:lnTo>
                  <a:pt x="4867" y="6133"/>
                </a:lnTo>
                <a:lnTo>
                  <a:pt x="4599" y="6157"/>
                </a:lnTo>
                <a:lnTo>
                  <a:pt x="4599" y="6157"/>
                </a:lnTo>
                <a:lnTo>
                  <a:pt x="4623" y="6133"/>
                </a:lnTo>
                <a:lnTo>
                  <a:pt x="4623" y="6084"/>
                </a:lnTo>
                <a:lnTo>
                  <a:pt x="4599" y="5987"/>
                </a:lnTo>
                <a:lnTo>
                  <a:pt x="4526" y="5914"/>
                </a:lnTo>
                <a:lnTo>
                  <a:pt x="4453" y="5889"/>
                </a:lnTo>
                <a:lnTo>
                  <a:pt x="4404" y="5816"/>
                </a:lnTo>
                <a:lnTo>
                  <a:pt x="4331" y="5768"/>
                </a:lnTo>
                <a:lnTo>
                  <a:pt x="4112" y="5670"/>
                </a:lnTo>
                <a:lnTo>
                  <a:pt x="3869" y="5622"/>
                </a:lnTo>
                <a:lnTo>
                  <a:pt x="3626" y="5597"/>
                </a:lnTo>
                <a:lnTo>
                  <a:pt x="2871" y="5597"/>
                </a:lnTo>
                <a:lnTo>
                  <a:pt x="2385" y="5646"/>
                </a:lnTo>
                <a:lnTo>
                  <a:pt x="2166" y="5646"/>
                </a:lnTo>
                <a:lnTo>
                  <a:pt x="1922" y="5622"/>
                </a:lnTo>
                <a:lnTo>
                  <a:pt x="1412" y="5597"/>
                </a:lnTo>
                <a:lnTo>
                  <a:pt x="1144" y="5597"/>
                </a:lnTo>
                <a:lnTo>
                  <a:pt x="901" y="5622"/>
                </a:lnTo>
                <a:lnTo>
                  <a:pt x="682" y="5670"/>
                </a:lnTo>
                <a:lnTo>
                  <a:pt x="463" y="5792"/>
                </a:lnTo>
                <a:lnTo>
                  <a:pt x="365" y="5792"/>
                </a:lnTo>
                <a:lnTo>
                  <a:pt x="317" y="5841"/>
                </a:lnTo>
                <a:lnTo>
                  <a:pt x="292" y="5889"/>
                </a:lnTo>
                <a:lnTo>
                  <a:pt x="244" y="6133"/>
                </a:lnTo>
                <a:lnTo>
                  <a:pt x="219" y="6400"/>
                </a:lnTo>
                <a:lnTo>
                  <a:pt x="219" y="6911"/>
                </a:lnTo>
                <a:lnTo>
                  <a:pt x="195" y="7422"/>
                </a:lnTo>
                <a:lnTo>
                  <a:pt x="171" y="7933"/>
                </a:lnTo>
                <a:lnTo>
                  <a:pt x="146" y="8493"/>
                </a:lnTo>
                <a:lnTo>
                  <a:pt x="146" y="9028"/>
                </a:lnTo>
                <a:lnTo>
                  <a:pt x="146" y="10123"/>
                </a:lnTo>
                <a:lnTo>
                  <a:pt x="171" y="10707"/>
                </a:lnTo>
                <a:lnTo>
                  <a:pt x="171" y="11267"/>
                </a:lnTo>
                <a:lnTo>
                  <a:pt x="122" y="12386"/>
                </a:lnTo>
                <a:lnTo>
                  <a:pt x="98" y="13530"/>
                </a:lnTo>
                <a:lnTo>
                  <a:pt x="98" y="14162"/>
                </a:lnTo>
                <a:lnTo>
                  <a:pt x="73" y="14479"/>
                </a:lnTo>
                <a:lnTo>
                  <a:pt x="25" y="14795"/>
                </a:lnTo>
                <a:lnTo>
                  <a:pt x="0" y="14868"/>
                </a:lnTo>
                <a:lnTo>
                  <a:pt x="25" y="14965"/>
                </a:lnTo>
                <a:lnTo>
                  <a:pt x="73" y="15014"/>
                </a:lnTo>
                <a:lnTo>
                  <a:pt x="122" y="15063"/>
                </a:lnTo>
                <a:lnTo>
                  <a:pt x="195" y="15087"/>
                </a:lnTo>
                <a:lnTo>
                  <a:pt x="268" y="15111"/>
                </a:lnTo>
                <a:lnTo>
                  <a:pt x="341" y="15087"/>
                </a:lnTo>
                <a:lnTo>
                  <a:pt x="414" y="15038"/>
                </a:lnTo>
                <a:lnTo>
                  <a:pt x="463" y="15087"/>
                </a:lnTo>
                <a:lnTo>
                  <a:pt x="536" y="15111"/>
                </a:lnTo>
                <a:lnTo>
                  <a:pt x="998" y="15136"/>
                </a:lnTo>
                <a:lnTo>
                  <a:pt x="1460" y="15136"/>
                </a:lnTo>
                <a:lnTo>
                  <a:pt x="1922" y="15111"/>
                </a:lnTo>
                <a:lnTo>
                  <a:pt x="2385" y="15087"/>
                </a:lnTo>
                <a:lnTo>
                  <a:pt x="2482" y="15087"/>
                </a:lnTo>
                <a:lnTo>
                  <a:pt x="3309" y="15014"/>
                </a:lnTo>
                <a:lnTo>
                  <a:pt x="3723" y="14990"/>
                </a:lnTo>
                <a:lnTo>
                  <a:pt x="4112" y="14965"/>
                </a:lnTo>
                <a:lnTo>
                  <a:pt x="4137" y="14965"/>
                </a:lnTo>
                <a:lnTo>
                  <a:pt x="4185" y="14990"/>
                </a:lnTo>
                <a:lnTo>
                  <a:pt x="4234" y="15014"/>
                </a:lnTo>
                <a:lnTo>
                  <a:pt x="4356" y="15014"/>
                </a:lnTo>
                <a:lnTo>
                  <a:pt x="4453" y="14941"/>
                </a:lnTo>
                <a:lnTo>
                  <a:pt x="4502" y="14917"/>
                </a:lnTo>
                <a:lnTo>
                  <a:pt x="4526" y="14868"/>
                </a:lnTo>
                <a:lnTo>
                  <a:pt x="4575" y="14746"/>
                </a:lnTo>
                <a:lnTo>
                  <a:pt x="4599" y="14600"/>
                </a:lnTo>
                <a:lnTo>
                  <a:pt x="4599" y="14333"/>
                </a:lnTo>
                <a:lnTo>
                  <a:pt x="4599" y="14065"/>
                </a:lnTo>
                <a:lnTo>
                  <a:pt x="4575" y="13797"/>
                </a:lnTo>
                <a:lnTo>
                  <a:pt x="4599" y="13773"/>
                </a:lnTo>
                <a:lnTo>
                  <a:pt x="5037" y="13724"/>
                </a:lnTo>
                <a:lnTo>
                  <a:pt x="5451" y="13676"/>
                </a:lnTo>
                <a:lnTo>
                  <a:pt x="5791" y="13700"/>
                </a:lnTo>
                <a:lnTo>
                  <a:pt x="5986" y="13676"/>
                </a:lnTo>
                <a:lnTo>
                  <a:pt x="6132" y="13627"/>
                </a:lnTo>
                <a:lnTo>
                  <a:pt x="6156" y="13651"/>
                </a:lnTo>
                <a:lnTo>
                  <a:pt x="6521" y="13895"/>
                </a:lnTo>
                <a:lnTo>
                  <a:pt x="6886" y="14138"/>
                </a:lnTo>
                <a:lnTo>
                  <a:pt x="7276" y="14357"/>
                </a:lnTo>
                <a:lnTo>
                  <a:pt x="7665" y="14552"/>
                </a:lnTo>
                <a:lnTo>
                  <a:pt x="8054" y="14722"/>
                </a:lnTo>
                <a:lnTo>
                  <a:pt x="8444" y="14892"/>
                </a:lnTo>
                <a:lnTo>
                  <a:pt x="8833" y="15038"/>
                </a:lnTo>
                <a:lnTo>
                  <a:pt x="9247" y="15160"/>
                </a:lnTo>
                <a:lnTo>
                  <a:pt x="10074" y="15403"/>
                </a:lnTo>
                <a:lnTo>
                  <a:pt x="10925" y="15574"/>
                </a:lnTo>
                <a:lnTo>
                  <a:pt x="11777" y="15695"/>
                </a:lnTo>
                <a:lnTo>
                  <a:pt x="12653" y="15817"/>
                </a:lnTo>
                <a:lnTo>
                  <a:pt x="13310" y="15866"/>
                </a:lnTo>
                <a:lnTo>
                  <a:pt x="13651" y="15890"/>
                </a:lnTo>
                <a:lnTo>
                  <a:pt x="14016" y="15866"/>
                </a:lnTo>
                <a:lnTo>
                  <a:pt x="14356" y="15866"/>
                </a:lnTo>
                <a:lnTo>
                  <a:pt x="14697" y="15793"/>
                </a:lnTo>
                <a:lnTo>
                  <a:pt x="15013" y="15720"/>
                </a:lnTo>
                <a:lnTo>
                  <a:pt x="15330" y="15598"/>
                </a:lnTo>
                <a:lnTo>
                  <a:pt x="15476" y="15525"/>
                </a:lnTo>
                <a:lnTo>
                  <a:pt x="15597" y="15452"/>
                </a:lnTo>
                <a:lnTo>
                  <a:pt x="15719" y="15355"/>
                </a:lnTo>
                <a:lnTo>
                  <a:pt x="15792" y="15257"/>
                </a:lnTo>
                <a:lnTo>
                  <a:pt x="15865" y="15160"/>
                </a:lnTo>
                <a:lnTo>
                  <a:pt x="15914" y="15038"/>
                </a:lnTo>
                <a:lnTo>
                  <a:pt x="15962" y="14941"/>
                </a:lnTo>
                <a:lnTo>
                  <a:pt x="15987" y="14819"/>
                </a:lnTo>
                <a:lnTo>
                  <a:pt x="16011" y="14552"/>
                </a:lnTo>
                <a:lnTo>
                  <a:pt x="15987" y="14284"/>
                </a:lnTo>
                <a:lnTo>
                  <a:pt x="15938" y="14016"/>
                </a:lnTo>
                <a:lnTo>
                  <a:pt x="15865" y="13749"/>
                </a:lnTo>
                <a:lnTo>
                  <a:pt x="15987" y="13651"/>
                </a:lnTo>
                <a:lnTo>
                  <a:pt x="16084" y="13530"/>
                </a:lnTo>
                <a:lnTo>
                  <a:pt x="16181" y="13408"/>
                </a:lnTo>
                <a:lnTo>
                  <a:pt x="16254" y="13262"/>
                </a:lnTo>
                <a:lnTo>
                  <a:pt x="16376" y="12946"/>
                </a:lnTo>
                <a:lnTo>
                  <a:pt x="16425" y="12654"/>
                </a:lnTo>
                <a:lnTo>
                  <a:pt x="16449" y="12410"/>
                </a:lnTo>
                <a:lnTo>
                  <a:pt x="16449" y="12070"/>
                </a:lnTo>
                <a:lnTo>
                  <a:pt x="16425" y="11875"/>
                </a:lnTo>
                <a:lnTo>
                  <a:pt x="16400" y="11680"/>
                </a:lnTo>
                <a:lnTo>
                  <a:pt x="16352" y="11534"/>
                </a:lnTo>
                <a:lnTo>
                  <a:pt x="16279" y="11388"/>
                </a:lnTo>
                <a:lnTo>
                  <a:pt x="16425" y="11267"/>
                </a:lnTo>
                <a:lnTo>
                  <a:pt x="16546" y="11096"/>
                </a:lnTo>
                <a:lnTo>
                  <a:pt x="16668" y="10926"/>
                </a:lnTo>
                <a:lnTo>
                  <a:pt x="16765" y="10756"/>
                </a:lnTo>
                <a:lnTo>
                  <a:pt x="16838" y="10561"/>
                </a:lnTo>
                <a:lnTo>
                  <a:pt x="16887" y="10342"/>
                </a:lnTo>
                <a:lnTo>
                  <a:pt x="16911" y="10147"/>
                </a:lnTo>
                <a:lnTo>
                  <a:pt x="16936" y="9953"/>
                </a:lnTo>
                <a:lnTo>
                  <a:pt x="16911" y="9758"/>
                </a:lnTo>
                <a:lnTo>
                  <a:pt x="16838" y="9515"/>
                </a:lnTo>
                <a:lnTo>
                  <a:pt x="16717" y="9271"/>
                </a:lnTo>
                <a:lnTo>
                  <a:pt x="16571" y="9053"/>
                </a:lnTo>
                <a:lnTo>
                  <a:pt x="16717" y="8931"/>
                </a:lnTo>
                <a:lnTo>
                  <a:pt x="16838" y="8785"/>
                </a:lnTo>
                <a:lnTo>
                  <a:pt x="16936" y="8615"/>
                </a:lnTo>
                <a:lnTo>
                  <a:pt x="17033" y="8444"/>
                </a:lnTo>
                <a:lnTo>
                  <a:pt x="17106" y="8274"/>
                </a:lnTo>
                <a:lnTo>
                  <a:pt x="17155" y="8079"/>
                </a:lnTo>
                <a:lnTo>
                  <a:pt x="17179" y="7885"/>
                </a:lnTo>
                <a:lnTo>
                  <a:pt x="17203" y="7690"/>
                </a:lnTo>
                <a:lnTo>
                  <a:pt x="17179" y="7447"/>
                </a:lnTo>
                <a:lnTo>
                  <a:pt x="17106" y="7252"/>
                </a:lnTo>
                <a:lnTo>
                  <a:pt x="17009" y="7057"/>
                </a:lnTo>
                <a:lnTo>
                  <a:pt x="16887" y="6887"/>
                </a:lnTo>
                <a:lnTo>
                  <a:pt x="16717" y="6741"/>
                </a:lnTo>
                <a:lnTo>
                  <a:pt x="16546" y="6619"/>
                </a:lnTo>
                <a:lnTo>
                  <a:pt x="16352" y="6498"/>
                </a:lnTo>
                <a:lnTo>
                  <a:pt x="16157" y="6400"/>
                </a:lnTo>
                <a:lnTo>
                  <a:pt x="15938" y="6303"/>
                </a:lnTo>
                <a:lnTo>
                  <a:pt x="15719" y="6206"/>
                </a:lnTo>
                <a:lnTo>
                  <a:pt x="15232" y="6084"/>
                </a:lnTo>
                <a:lnTo>
                  <a:pt x="14746" y="5987"/>
                </a:lnTo>
                <a:lnTo>
                  <a:pt x="14259" y="5938"/>
                </a:lnTo>
                <a:lnTo>
                  <a:pt x="13845" y="5889"/>
                </a:lnTo>
                <a:lnTo>
                  <a:pt x="13432" y="5865"/>
                </a:lnTo>
                <a:lnTo>
                  <a:pt x="12604" y="5841"/>
                </a:lnTo>
                <a:lnTo>
                  <a:pt x="11607" y="5841"/>
                </a:lnTo>
                <a:lnTo>
                  <a:pt x="11266" y="5865"/>
                </a:lnTo>
                <a:lnTo>
                  <a:pt x="11461" y="5354"/>
                </a:lnTo>
                <a:lnTo>
                  <a:pt x="11655" y="4843"/>
                </a:lnTo>
                <a:lnTo>
                  <a:pt x="11826" y="4308"/>
                </a:lnTo>
                <a:lnTo>
                  <a:pt x="11996" y="3797"/>
                </a:lnTo>
                <a:lnTo>
                  <a:pt x="12142" y="3261"/>
                </a:lnTo>
                <a:lnTo>
                  <a:pt x="12239" y="2726"/>
                </a:lnTo>
                <a:lnTo>
                  <a:pt x="12264" y="2458"/>
                </a:lnTo>
                <a:lnTo>
                  <a:pt x="12264" y="2191"/>
                </a:lnTo>
                <a:lnTo>
                  <a:pt x="12239" y="1899"/>
                </a:lnTo>
                <a:lnTo>
                  <a:pt x="12215" y="1631"/>
                </a:lnTo>
                <a:lnTo>
                  <a:pt x="12166" y="1412"/>
                </a:lnTo>
                <a:lnTo>
                  <a:pt x="12118" y="1217"/>
                </a:lnTo>
                <a:lnTo>
                  <a:pt x="12045" y="1023"/>
                </a:lnTo>
                <a:lnTo>
                  <a:pt x="11972" y="853"/>
                </a:lnTo>
                <a:lnTo>
                  <a:pt x="11850" y="682"/>
                </a:lnTo>
                <a:lnTo>
                  <a:pt x="11728" y="512"/>
                </a:lnTo>
                <a:lnTo>
                  <a:pt x="11582" y="366"/>
                </a:lnTo>
                <a:lnTo>
                  <a:pt x="11412" y="220"/>
                </a:lnTo>
                <a:lnTo>
                  <a:pt x="11266" y="147"/>
                </a:lnTo>
                <a:lnTo>
                  <a:pt x="11120" y="74"/>
                </a:lnTo>
                <a:lnTo>
                  <a:pt x="10925" y="25"/>
                </a:lnTo>
                <a:lnTo>
                  <a:pt x="10731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78D8"/>
              </a:solidFill>
            </a:endParaRPr>
          </a:p>
        </p:txBody>
      </p:sp>
      <p:sp>
        <p:nvSpPr>
          <p:cNvPr id="4" name="مربع نص 3"/>
          <p:cNvSpPr txBox="1"/>
          <p:nvPr/>
        </p:nvSpPr>
        <p:spPr>
          <a:xfrm>
            <a:off x="4390745" y="4752595"/>
            <a:ext cx="38343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22</a:t>
            </a:r>
            <a:endParaRPr lang="ar-SY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ia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1024</Words>
  <Application>Microsoft Office PowerPoint</Application>
  <PresentationFormat>On-screen Show (16:9)</PresentationFormat>
  <Paragraphs>193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Times New Roman</vt:lpstr>
      <vt:lpstr>Sniglet</vt:lpstr>
      <vt:lpstr>Dosis</vt:lpstr>
      <vt:lpstr>Courier New</vt:lpstr>
      <vt:lpstr>Calibri</vt:lpstr>
      <vt:lpstr>Friar template</vt:lpstr>
      <vt:lpstr>PowerPoint Presentation</vt:lpstr>
      <vt:lpstr>Introduction</vt:lpstr>
      <vt:lpstr>IDEs and environments </vt:lpstr>
      <vt:lpstr>Algorithms</vt:lpstr>
      <vt:lpstr>PowerPoint Presentation</vt:lpstr>
      <vt:lpstr>PowerPoint Presentation</vt:lpstr>
      <vt:lpstr>PowerPoint Presentation</vt:lpstr>
      <vt:lpstr>Mask Detection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Zein</dc:creator>
  <cp:lastModifiedBy>Zein Mohammad</cp:lastModifiedBy>
  <cp:revision>60</cp:revision>
  <dcterms:modified xsi:type="dcterms:W3CDTF">2026-04-15T21:20:58Z</dcterms:modified>
</cp:coreProperties>
</file>